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Commissioner" panose="020B0604020202020204" charset="0"/>
      <p:regular r:id="rId14"/>
      <p:bold r:id="rId15"/>
    </p:embeddedFont>
    <p:embeddedFont>
      <p:font typeface="Golos Text" panose="020B0604020202020204" charset="0"/>
      <p:regular r:id="rId16"/>
      <p:bold r:id="rId17"/>
    </p:embeddedFont>
    <p:embeddedFont>
      <p:font typeface="Golos Text SemiBold" panose="020B0604020202020204" charset="0"/>
      <p:regular r:id="rId18"/>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C8B3379-27AB-4610-A1B2-D00BD7504160}">
  <a:tblStyle styleId="{AC8B3379-27AB-4610-A1B2-D00BD750416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2747bfd1ede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2747bfd1ed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32b9ccab91_0_22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32b9ccab91_0_2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13b38366dc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13b38366d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3bd47a1571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3bd47a1571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131ff7c0f5b_0_1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131ff7c0f5b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3bd47a1571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3bd47a1571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3167f2aa41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23167f2aa4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13e1fc50fc5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13e1fc50fc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3bd47a1571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33bd47a1571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3bd47a1571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33bd47a1571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75584fc2f6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275584fc2f6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s://flaticon.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s://freepik.com/"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332200"/>
            <a:ext cx="5004900" cy="1902000"/>
          </a:xfrm>
          <a:prstGeom prst="rect">
            <a:avLst/>
          </a:prstGeom>
        </p:spPr>
        <p:txBody>
          <a:bodyPr spcFirstLastPara="1" wrap="square" lIns="91425" tIns="91425" rIns="91425" bIns="91425" anchor="t" anchorCtr="0">
            <a:noAutofit/>
          </a:bodyPr>
          <a:lstStyle>
            <a:lvl1pPr lvl="0" algn="l">
              <a:spcBef>
                <a:spcPts val="0"/>
              </a:spcBef>
              <a:spcAft>
                <a:spcPts val="0"/>
              </a:spcAft>
              <a:buSzPts val="4700"/>
              <a:buNone/>
              <a:defRPr sz="3600"/>
            </a:lvl1pPr>
            <a:lvl2pPr lvl="1" algn="l">
              <a:spcBef>
                <a:spcPts val="0"/>
              </a:spcBef>
              <a:spcAft>
                <a:spcPts val="0"/>
              </a:spcAft>
              <a:buSzPts val="4700"/>
              <a:buNone/>
              <a:defRPr sz="4700"/>
            </a:lvl2pPr>
            <a:lvl3pPr lvl="2" algn="l">
              <a:spcBef>
                <a:spcPts val="0"/>
              </a:spcBef>
              <a:spcAft>
                <a:spcPts val="0"/>
              </a:spcAft>
              <a:buSzPts val="4700"/>
              <a:buNone/>
              <a:defRPr sz="4700"/>
            </a:lvl3pPr>
            <a:lvl4pPr lvl="3" algn="l">
              <a:spcBef>
                <a:spcPts val="0"/>
              </a:spcBef>
              <a:spcAft>
                <a:spcPts val="0"/>
              </a:spcAft>
              <a:buSzPts val="4700"/>
              <a:buNone/>
              <a:defRPr sz="4700"/>
            </a:lvl4pPr>
            <a:lvl5pPr lvl="4" algn="l">
              <a:spcBef>
                <a:spcPts val="0"/>
              </a:spcBef>
              <a:spcAft>
                <a:spcPts val="0"/>
              </a:spcAft>
              <a:buSzPts val="4700"/>
              <a:buNone/>
              <a:defRPr sz="4700"/>
            </a:lvl5pPr>
            <a:lvl6pPr lvl="5" algn="l">
              <a:spcBef>
                <a:spcPts val="0"/>
              </a:spcBef>
              <a:spcAft>
                <a:spcPts val="0"/>
              </a:spcAft>
              <a:buSzPts val="4700"/>
              <a:buNone/>
              <a:defRPr sz="4700"/>
            </a:lvl6pPr>
            <a:lvl7pPr lvl="6" algn="l">
              <a:spcBef>
                <a:spcPts val="0"/>
              </a:spcBef>
              <a:spcAft>
                <a:spcPts val="0"/>
              </a:spcAft>
              <a:buSzPts val="4700"/>
              <a:buNone/>
              <a:defRPr sz="4700"/>
            </a:lvl7pPr>
            <a:lvl8pPr lvl="7" algn="l">
              <a:spcBef>
                <a:spcPts val="0"/>
              </a:spcBef>
              <a:spcAft>
                <a:spcPts val="0"/>
              </a:spcAft>
              <a:buSzPts val="4700"/>
              <a:buNone/>
              <a:defRPr sz="4700"/>
            </a:lvl8pPr>
            <a:lvl9pPr lvl="8" algn="l">
              <a:spcBef>
                <a:spcPts val="0"/>
              </a:spcBef>
              <a:spcAft>
                <a:spcPts val="0"/>
              </a:spcAft>
              <a:buSzPts val="4700"/>
              <a:buNone/>
              <a:defRPr sz="4700"/>
            </a:lvl9pPr>
          </a:lstStyle>
          <a:p>
            <a:endParaRPr/>
          </a:p>
        </p:txBody>
      </p:sp>
      <p:sp>
        <p:nvSpPr>
          <p:cNvPr id="10" name="Google Shape;10;p2"/>
          <p:cNvSpPr txBox="1">
            <a:spLocks noGrp="1"/>
          </p:cNvSpPr>
          <p:nvPr>
            <p:ph type="subTitle" idx="1"/>
          </p:nvPr>
        </p:nvSpPr>
        <p:spPr>
          <a:xfrm>
            <a:off x="713225" y="3315975"/>
            <a:ext cx="5004900" cy="4233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a:endParaRPr/>
          </a:p>
        </p:txBody>
      </p:sp>
      <p:sp>
        <p:nvSpPr>
          <p:cNvPr id="11" name="Google Shape;11;p2"/>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55375" y="539500"/>
            <a:ext cx="9199350" cy="4604000"/>
            <a:chOff x="-55375" y="539500"/>
            <a:chExt cx="9199350" cy="4604000"/>
          </a:xfrm>
        </p:grpSpPr>
        <p:cxnSp>
          <p:nvCxnSpPr>
            <p:cNvPr id="13" name="Google Shape;13;p2"/>
            <p:cNvCxnSpPr/>
            <p:nvPr/>
          </p:nvCxnSpPr>
          <p:spPr>
            <a:xfrm>
              <a:off x="-55375" y="460857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4" name="Google Shape;14;p2"/>
            <p:cNvCxnSpPr/>
            <p:nvPr/>
          </p:nvCxnSpPr>
          <p:spPr>
            <a:xfrm>
              <a:off x="4751675" y="539500"/>
              <a:ext cx="4392300" cy="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5;p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1512075" y="2036300"/>
            <a:ext cx="3205200" cy="1477500"/>
          </a:xfrm>
          <a:prstGeom prst="rect">
            <a:avLst/>
          </a:prstGeom>
        </p:spPr>
        <p:txBody>
          <a:bodyPr spcFirstLastPara="1" wrap="square" lIns="91425" tIns="91425" rIns="91425" bIns="91425" anchor="t" anchorCtr="0">
            <a:noAutofit/>
          </a:bodyPr>
          <a:lstStyle>
            <a:lvl1pPr lvl="0" algn="l">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a:endParaRPr/>
          </a:p>
        </p:txBody>
      </p:sp>
      <p:sp>
        <p:nvSpPr>
          <p:cNvPr id="18" name="Google Shape;18;p3"/>
          <p:cNvSpPr txBox="1">
            <a:spLocks noGrp="1"/>
          </p:cNvSpPr>
          <p:nvPr>
            <p:ph type="title" idx="2" hasCustomPrompt="1"/>
          </p:nvPr>
        </p:nvSpPr>
        <p:spPr>
          <a:xfrm>
            <a:off x="1512075" y="1012500"/>
            <a:ext cx="1076100" cy="8700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SzPts val="5300"/>
              <a:buNone/>
              <a:defRPr sz="4200"/>
            </a:lvl1pPr>
            <a:lvl2pPr lvl="1" algn="ctr" rtl="0">
              <a:spcBef>
                <a:spcPts val="0"/>
              </a:spcBef>
              <a:spcAft>
                <a:spcPts val="0"/>
              </a:spcAft>
              <a:buSzPts val="5300"/>
              <a:buNone/>
              <a:defRPr sz="5300"/>
            </a:lvl2pPr>
            <a:lvl3pPr lvl="2" algn="ctr" rtl="0">
              <a:spcBef>
                <a:spcPts val="0"/>
              </a:spcBef>
              <a:spcAft>
                <a:spcPts val="0"/>
              </a:spcAft>
              <a:buSzPts val="5300"/>
              <a:buNone/>
              <a:defRPr sz="5300"/>
            </a:lvl3pPr>
            <a:lvl4pPr lvl="3" algn="ctr" rtl="0">
              <a:spcBef>
                <a:spcPts val="0"/>
              </a:spcBef>
              <a:spcAft>
                <a:spcPts val="0"/>
              </a:spcAft>
              <a:buSzPts val="5300"/>
              <a:buNone/>
              <a:defRPr sz="5300"/>
            </a:lvl4pPr>
            <a:lvl5pPr lvl="4" algn="ctr" rtl="0">
              <a:spcBef>
                <a:spcPts val="0"/>
              </a:spcBef>
              <a:spcAft>
                <a:spcPts val="0"/>
              </a:spcAft>
              <a:buSzPts val="5300"/>
              <a:buNone/>
              <a:defRPr sz="5300"/>
            </a:lvl5pPr>
            <a:lvl6pPr lvl="5" algn="ctr" rtl="0">
              <a:spcBef>
                <a:spcPts val="0"/>
              </a:spcBef>
              <a:spcAft>
                <a:spcPts val="0"/>
              </a:spcAft>
              <a:buSzPts val="5300"/>
              <a:buNone/>
              <a:defRPr sz="5300"/>
            </a:lvl6pPr>
            <a:lvl7pPr lvl="6" algn="ctr" rtl="0">
              <a:spcBef>
                <a:spcPts val="0"/>
              </a:spcBef>
              <a:spcAft>
                <a:spcPts val="0"/>
              </a:spcAft>
              <a:buSzPts val="5300"/>
              <a:buNone/>
              <a:defRPr sz="5300"/>
            </a:lvl7pPr>
            <a:lvl8pPr lvl="7" algn="ctr" rtl="0">
              <a:spcBef>
                <a:spcPts val="0"/>
              </a:spcBef>
              <a:spcAft>
                <a:spcPts val="0"/>
              </a:spcAft>
              <a:buSzPts val="5300"/>
              <a:buNone/>
              <a:defRPr sz="5300"/>
            </a:lvl8pPr>
            <a:lvl9pPr lvl="8" algn="ctr" rtl="0">
              <a:spcBef>
                <a:spcPts val="0"/>
              </a:spcBef>
              <a:spcAft>
                <a:spcPts val="0"/>
              </a:spcAft>
              <a:buSzPts val="5300"/>
              <a:buNone/>
              <a:defRPr sz="5300"/>
            </a:lvl9pPr>
          </a:lstStyle>
          <a:p>
            <a:r>
              <a:t>xx%</a:t>
            </a:r>
          </a:p>
        </p:txBody>
      </p:sp>
      <p:sp>
        <p:nvSpPr>
          <p:cNvPr id="19" name="Google Shape;19;p3"/>
          <p:cNvSpPr txBox="1">
            <a:spLocks noGrp="1"/>
          </p:cNvSpPr>
          <p:nvPr>
            <p:ph type="subTitle" idx="1"/>
          </p:nvPr>
        </p:nvSpPr>
        <p:spPr>
          <a:xfrm>
            <a:off x="1512075" y="3573275"/>
            <a:ext cx="3205200" cy="697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850"/>
              <a:buNone/>
              <a:defRPr sz="1550"/>
            </a:lvl1pPr>
            <a:lvl2pPr lvl="1" algn="r" rtl="0">
              <a:lnSpc>
                <a:spcPct val="115000"/>
              </a:lnSpc>
              <a:spcBef>
                <a:spcPts val="0"/>
              </a:spcBef>
              <a:spcAft>
                <a:spcPts val="0"/>
              </a:spcAft>
              <a:buSzPts val="1850"/>
              <a:buNone/>
              <a:defRPr sz="1850"/>
            </a:lvl2pPr>
            <a:lvl3pPr lvl="2" algn="r" rtl="0">
              <a:lnSpc>
                <a:spcPct val="115000"/>
              </a:lnSpc>
              <a:spcBef>
                <a:spcPts val="0"/>
              </a:spcBef>
              <a:spcAft>
                <a:spcPts val="0"/>
              </a:spcAft>
              <a:buSzPts val="1850"/>
              <a:buNone/>
              <a:defRPr sz="1850"/>
            </a:lvl3pPr>
            <a:lvl4pPr lvl="3" algn="r" rtl="0">
              <a:lnSpc>
                <a:spcPct val="115000"/>
              </a:lnSpc>
              <a:spcBef>
                <a:spcPts val="0"/>
              </a:spcBef>
              <a:spcAft>
                <a:spcPts val="0"/>
              </a:spcAft>
              <a:buSzPts val="1850"/>
              <a:buNone/>
              <a:defRPr sz="1850"/>
            </a:lvl4pPr>
            <a:lvl5pPr lvl="4" algn="r" rtl="0">
              <a:lnSpc>
                <a:spcPct val="115000"/>
              </a:lnSpc>
              <a:spcBef>
                <a:spcPts val="0"/>
              </a:spcBef>
              <a:spcAft>
                <a:spcPts val="0"/>
              </a:spcAft>
              <a:buSzPts val="1850"/>
              <a:buNone/>
              <a:defRPr sz="1850"/>
            </a:lvl5pPr>
            <a:lvl6pPr lvl="5" algn="r" rtl="0">
              <a:lnSpc>
                <a:spcPct val="115000"/>
              </a:lnSpc>
              <a:spcBef>
                <a:spcPts val="0"/>
              </a:spcBef>
              <a:spcAft>
                <a:spcPts val="0"/>
              </a:spcAft>
              <a:buSzPts val="1850"/>
              <a:buNone/>
              <a:defRPr sz="1850"/>
            </a:lvl6pPr>
            <a:lvl7pPr lvl="6" algn="r" rtl="0">
              <a:lnSpc>
                <a:spcPct val="115000"/>
              </a:lnSpc>
              <a:spcBef>
                <a:spcPts val="0"/>
              </a:spcBef>
              <a:spcAft>
                <a:spcPts val="0"/>
              </a:spcAft>
              <a:buSzPts val="1850"/>
              <a:buNone/>
              <a:defRPr sz="1850"/>
            </a:lvl7pPr>
            <a:lvl8pPr lvl="7" algn="r" rtl="0">
              <a:lnSpc>
                <a:spcPct val="115000"/>
              </a:lnSpc>
              <a:spcBef>
                <a:spcPts val="0"/>
              </a:spcBef>
              <a:spcAft>
                <a:spcPts val="0"/>
              </a:spcAft>
              <a:buSzPts val="1850"/>
              <a:buNone/>
              <a:defRPr sz="1850"/>
            </a:lvl8pPr>
            <a:lvl9pPr lvl="8" algn="r" rtl="0">
              <a:lnSpc>
                <a:spcPct val="115000"/>
              </a:lnSpc>
              <a:spcBef>
                <a:spcPts val="0"/>
              </a:spcBef>
              <a:spcAft>
                <a:spcPts val="0"/>
              </a:spcAft>
              <a:buSzPts val="1850"/>
              <a:buNone/>
              <a:defRPr sz="1850"/>
            </a:lvl9pPr>
          </a:lstStyle>
          <a:p>
            <a:endParaRPr/>
          </a:p>
        </p:txBody>
      </p:sp>
      <p:sp>
        <p:nvSpPr>
          <p:cNvPr id="20" name="Google Shape;20;p3"/>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21;p3"/>
          <p:cNvCxnSpPr/>
          <p:nvPr/>
        </p:nvCxnSpPr>
        <p:spPr>
          <a:xfrm>
            <a:off x="4273200" y="4876025"/>
            <a:ext cx="4870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24" name="Google Shape;24;p4"/>
          <p:cNvSpPr txBox="1">
            <a:spLocks noGrp="1"/>
          </p:cNvSpPr>
          <p:nvPr>
            <p:ph type="subTitle" idx="1"/>
          </p:nvPr>
        </p:nvSpPr>
        <p:spPr>
          <a:xfrm>
            <a:off x="713250" y="1217050"/>
            <a:ext cx="7717500" cy="40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5" name="Google Shape;25;p4"/>
          <p:cNvSpPr/>
          <p:nvPr/>
        </p:nvSpPr>
        <p:spPr>
          <a:xfrm flipH="1">
            <a:off x="0" y="0"/>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26;p4"/>
          <p:cNvGrpSpPr/>
          <p:nvPr/>
        </p:nvGrpSpPr>
        <p:grpSpPr>
          <a:xfrm>
            <a:off x="150" y="0"/>
            <a:ext cx="8860050" cy="4876025"/>
            <a:chOff x="150" y="0"/>
            <a:chExt cx="8860050" cy="4876025"/>
          </a:xfrm>
        </p:grpSpPr>
        <p:cxnSp>
          <p:nvCxnSpPr>
            <p:cNvPr id="27" name="Google Shape;27;p4"/>
            <p:cNvCxnSpPr/>
            <p:nvPr/>
          </p:nvCxnSpPr>
          <p:spPr>
            <a:xfrm>
              <a:off x="8860200" y="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8" name="Google Shape;28;p4"/>
            <p:cNvCxnSpPr/>
            <p:nvPr/>
          </p:nvCxnSpPr>
          <p:spPr>
            <a:xfrm rot="10800000">
              <a:off x="150" y="4876025"/>
              <a:ext cx="84447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31" name="Google Shape;31;p5"/>
          <p:cNvSpPr txBox="1">
            <a:spLocks noGrp="1"/>
          </p:cNvSpPr>
          <p:nvPr>
            <p:ph type="subTitle" idx="1"/>
          </p:nvPr>
        </p:nvSpPr>
        <p:spPr>
          <a:xfrm>
            <a:off x="2954672" y="2027976"/>
            <a:ext cx="43122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2" name="Google Shape;32;p5"/>
          <p:cNvSpPr txBox="1">
            <a:spLocks noGrp="1"/>
          </p:cNvSpPr>
          <p:nvPr>
            <p:ph type="subTitle" idx="2"/>
          </p:nvPr>
        </p:nvSpPr>
        <p:spPr>
          <a:xfrm>
            <a:off x="2954672" y="1519425"/>
            <a:ext cx="43122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3" name="Google Shape;33;p5"/>
          <p:cNvSpPr txBox="1">
            <a:spLocks noGrp="1"/>
          </p:cNvSpPr>
          <p:nvPr>
            <p:ph type="subTitle" idx="3"/>
          </p:nvPr>
        </p:nvSpPr>
        <p:spPr>
          <a:xfrm>
            <a:off x="2954649" y="3619500"/>
            <a:ext cx="43122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4" name="Google Shape;34;p5"/>
          <p:cNvSpPr txBox="1">
            <a:spLocks noGrp="1"/>
          </p:cNvSpPr>
          <p:nvPr>
            <p:ph type="subTitle" idx="4"/>
          </p:nvPr>
        </p:nvSpPr>
        <p:spPr>
          <a:xfrm>
            <a:off x="2954649" y="3110949"/>
            <a:ext cx="43122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5" name="Google Shape;35;p5"/>
          <p:cNvSpPr/>
          <p:nvPr/>
        </p:nvSpPr>
        <p:spPr>
          <a:xfrm flipH="1">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6" name="Google Shape;36;p5"/>
          <p:cNvCxnSpPr/>
          <p:nvPr/>
        </p:nvCxnSpPr>
        <p:spPr>
          <a:xfrm rot="10800000">
            <a:off x="8864825" y="0"/>
            <a:ext cx="0" cy="4131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39" name="Google Shape;39;p6"/>
          <p:cNvSpPr/>
          <p:nvPr/>
        </p:nvSpPr>
        <p:spPr>
          <a:xfrm>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6"/>
          <p:cNvGrpSpPr/>
          <p:nvPr/>
        </p:nvGrpSpPr>
        <p:grpSpPr>
          <a:xfrm>
            <a:off x="141900" y="-26"/>
            <a:ext cx="9002025" cy="4876051"/>
            <a:chOff x="141900" y="-26"/>
            <a:chExt cx="9002025" cy="4876051"/>
          </a:xfrm>
        </p:grpSpPr>
        <p:cxnSp>
          <p:nvCxnSpPr>
            <p:cNvPr id="41" name="Google Shape;41;p6"/>
            <p:cNvCxnSpPr/>
            <p:nvPr/>
          </p:nvCxnSpPr>
          <p:spPr>
            <a:xfrm>
              <a:off x="4576425" y="4876025"/>
              <a:ext cx="4567500" cy="0"/>
            </a:xfrm>
            <a:prstGeom prst="straightConnector1">
              <a:avLst/>
            </a:prstGeom>
            <a:noFill/>
            <a:ln w="9525" cap="flat" cmpd="sng">
              <a:solidFill>
                <a:schemeClr val="dk1"/>
              </a:solidFill>
              <a:prstDash val="solid"/>
              <a:round/>
              <a:headEnd type="none" w="med" len="med"/>
              <a:tailEnd type="none" w="med" len="med"/>
            </a:ln>
          </p:spPr>
        </p:cxnSp>
        <p:cxnSp>
          <p:nvCxnSpPr>
            <p:cNvPr id="42" name="Google Shape;42;p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713225" y="1139000"/>
            <a:ext cx="2789700" cy="1616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100"/>
              <a:buNone/>
              <a:defRPr/>
            </a:lvl1pPr>
            <a:lvl2pPr lvl="1" rtl="0">
              <a:lnSpc>
                <a:spcPct val="90000"/>
              </a:lnSpc>
              <a:spcBef>
                <a:spcPts val="0"/>
              </a:spcBef>
              <a:spcAft>
                <a:spcPts val="0"/>
              </a:spcAft>
              <a:buSzPts val="3100"/>
              <a:buNone/>
              <a:defRPr/>
            </a:lvl2pPr>
            <a:lvl3pPr lvl="2" rtl="0">
              <a:lnSpc>
                <a:spcPct val="90000"/>
              </a:lnSpc>
              <a:spcBef>
                <a:spcPts val="0"/>
              </a:spcBef>
              <a:spcAft>
                <a:spcPts val="0"/>
              </a:spcAft>
              <a:buSzPts val="3100"/>
              <a:buNone/>
              <a:defRPr/>
            </a:lvl3pPr>
            <a:lvl4pPr lvl="3" rtl="0">
              <a:lnSpc>
                <a:spcPct val="90000"/>
              </a:lnSpc>
              <a:spcBef>
                <a:spcPts val="0"/>
              </a:spcBef>
              <a:spcAft>
                <a:spcPts val="0"/>
              </a:spcAft>
              <a:buSzPts val="3100"/>
              <a:buNone/>
              <a:defRPr/>
            </a:lvl4pPr>
            <a:lvl5pPr lvl="4" rtl="0">
              <a:lnSpc>
                <a:spcPct val="90000"/>
              </a:lnSpc>
              <a:spcBef>
                <a:spcPts val="0"/>
              </a:spcBef>
              <a:spcAft>
                <a:spcPts val="0"/>
              </a:spcAft>
              <a:buSzPts val="3100"/>
              <a:buNone/>
              <a:defRPr/>
            </a:lvl5pPr>
            <a:lvl6pPr lvl="5" rtl="0">
              <a:lnSpc>
                <a:spcPct val="90000"/>
              </a:lnSpc>
              <a:spcBef>
                <a:spcPts val="0"/>
              </a:spcBef>
              <a:spcAft>
                <a:spcPts val="0"/>
              </a:spcAft>
              <a:buSzPts val="3100"/>
              <a:buNone/>
              <a:defRPr/>
            </a:lvl6pPr>
            <a:lvl7pPr lvl="6" rtl="0">
              <a:lnSpc>
                <a:spcPct val="90000"/>
              </a:lnSpc>
              <a:spcBef>
                <a:spcPts val="0"/>
              </a:spcBef>
              <a:spcAft>
                <a:spcPts val="0"/>
              </a:spcAft>
              <a:buSzPts val="3100"/>
              <a:buNone/>
              <a:defRPr/>
            </a:lvl7pPr>
            <a:lvl8pPr lvl="7" rtl="0">
              <a:lnSpc>
                <a:spcPct val="90000"/>
              </a:lnSpc>
              <a:spcBef>
                <a:spcPts val="0"/>
              </a:spcBef>
              <a:spcAft>
                <a:spcPts val="0"/>
              </a:spcAft>
              <a:buSzPts val="3100"/>
              <a:buNone/>
              <a:defRPr/>
            </a:lvl8pPr>
            <a:lvl9pPr lvl="8" rtl="0">
              <a:lnSpc>
                <a:spcPct val="90000"/>
              </a:lnSpc>
              <a:spcBef>
                <a:spcPts val="0"/>
              </a:spcBef>
              <a:spcAft>
                <a:spcPts val="0"/>
              </a:spcAft>
              <a:buSzPts val="3100"/>
              <a:buNone/>
              <a:defRPr/>
            </a:lvl9pPr>
          </a:lstStyle>
          <a:p>
            <a:endParaRPr/>
          </a:p>
        </p:txBody>
      </p:sp>
      <p:sp>
        <p:nvSpPr>
          <p:cNvPr id="45" name="Google Shape;45;p7"/>
          <p:cNvSpPr txBox="1">
            <a:spLocks noGrp="1"/>
          </p:cNvSpPr>
          <p:nvPr>
            <p:ph type="subTitle" idx="1"/>
          </p:nvPr>
        </p:nvSpPr>
        <p:spPr>
          <a:xfrm>
            <a:off x="713225" y="2810700"/>
            <a:ext cx="2789700" cy="114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46" name="Google Shape;46;p7"/>
          <p:cNvSpPr>
            <a:spLocks noGrp="1"/>
          </p:cNvSpPr>
          <p:nvPr>
            <p:ph type="pic" idx="2"/>
          </p:nvPr>
        </p:nvSpPr>
        <p:spPr>
          <a:xfrm>
            <a:off x="4572000" y="0"/>
            <a:ext cx="4572000" cy="5143500"/>
          </a:xfrm>
          <a:prstGeom prst="rect">
            <a:avLst/>
          </a:prstGeom>
          <a:noFill/>
          <a:ln>
            <a:noFill/>
          </a:ln>
        </p:spPr>
      </p:sp>
      <p:sp>
        <p:nvSpPr>
          <p:cNvPr id="47" name="Google Shape;47;p7"/>
          <p:cNvSpPr/>
          <p:nvPr/>
        </p:nvSpPr>
        <p:spPr>
          <a:xfrm>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 name="Google Shape;48;p7"/>
          <p:cNvGrpSpPr/>
          <p:nvPr/>
        </p:nvGrpSpPr>
        <p:grpSpPr>
          <a:xfrm>
            <a:off x="0" y="-300"/>
            <a:ext cx="3812275" cy="4608875"/>
            <a:chOff x="0" y="-300"/>
            <a:chExt cx="3812275" cy="4608875"/>
          </a:xfrm>
        </p:grpSpPr>
        <p:cxnSp>
          <p:nvCxnSpPr>
            <p:cNvPr id="49" name="Google Shape;49;p7"/>
            <p:cNvCxnSpPr/>
            <p:nvPr/>
          </p:nvCxnSpPr>
          <p:spPr>
            <a:xfrm rot="10800000">
              <a:off x="3812275" y="-300"/>
              <a:ext cx="0" cy="699000"/>
            </a:xfrm>
            <a:prstGeom prst="straightConnector1">
              <a:avLst/>
            </a:prstGeom>
            <a:noFill/>
            <a:ln w="9525" cap="flat" cmpd="sng">
              <a:solidFill>
                <a:schemeClr val="dk1"/>
              </a:solidFill>
              <a:prstDash val="solid"/>
              <a:round/>
              <a:headEnd type="none" w="med" len="med"/>
              <a:tailEnd type="none" w="med" len="med"/>
            </a:ln>
          </p:spPr>
        </p:cxnSp>
        <p:cxnSp>
          <p:nvCxnSpPr>
            <p:cNvPr id="50" name="Google Shape;50;p7"/>
            <p:cNvCxnSpPr/>
            <p:nvPr/>
          </p:nvCxnSpPr>
          <p:spPr>
            <a:xfrm>
              <a:off x="0" y="4608575"/>
              <a:ext cx="3387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2253750" y="1670575"/>
            <a:ext cx="4636500" cy="18471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6000"/>
              <a:buNone/>
              <a:defRPr sz="6000"/>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a:endParaRPr/>
          </a:p>
        </p:txBody>
      </p:sp>
      <p:sp>
        <p:nvSpPr>
          <p:cNvPr id="53" name="Google Shape;53;p8"/>
          <p:cNvSpPr/>
          <p:nvPr/>
        </p:nvSpPr>
        <p:spPr>
          <a:xfrm flipH="1">
            <a:off x="-55375"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 name="Google Shape;54;p8"/>
          <p:cNvGrpSpPr/>
          <p:nvPr/>
        </p:nvGrpSpPr>
        <p:grpSpPr>
          <a:xfrm flipH="1">
            <a:off x="-55200" y="539500"/>
            <a:ext cx="9199200" cy="4604000"/>
            <a:chOff x="-55375" y="539500"/>
            <a:chExt cx="9199200" cy="4604000"/>
          </a:xfrm>
        </p:grpSpPr>
        <p:cxnSp>
          <p:nvCxnSpPr>
            <p:cNvPr id="55" name="Google Shape;55;p8"/>
            <p:cNvCxnSpPr/>
            <p:nvPr/>
          </p:nvCxnSpPr>
          <p:spPr>
            <a:xfrm>
              <a:off x="-55375" y="4608575"/>
              <a:ext cx="56592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8"/>
            <p:cNvCxnSpPr/>
            <p:nvPr/>
          </p:nvCxnSpPr>
          <p:spPr>
            <a:xfrm>
              <a:off x="4502525" y="539500"/>
              <a:ext cx="4641300" cy="0"/>
            </a:xfrm>
            <a:prstGeom prst="straightConnector1">
              <a:avLst/>
            </a:prstGeom>
            <a:noFill/>
            <a:ln w="9525" cap="flat" cmpd="sng">
              <a:solidFill>
                <a:schemeClr val="dk1"/>
              </a:solidFill>
              <a:prstDash val="solid"/>
              <a:round/>
              <a:headEnd type="none" w="med" len="med"/>
              <a:tailEnd type="none" w="med" len="med"/>
            </a:ln>
          </p:spPr>
        </p:cxnSp>
        <p:cxnSp>
          <p:nvCxnSpPr>
            <p:cNvPr id="57" name="Google Shape;57;p8"/>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2143050" y="1461775"/>
            <a:ext cx="4857900" cy="8004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4000"/>
            </a:lvl1pPr>
            <a:lvl2pPr lvl="1" algn="l">
              <a:spcBef>
                <a:spcPts val="0"/>
              </a:spcBef>
              <a:spcAft>
                <a:spcPts val="0"/>
              </a:spcAft>
              <a:buSzPts val="6000"/>
              <a:buNone/>
              <a:defRPr sz="6000"/>
            </a:lvl2pPr>
            <a:lvl3pPr lvl="2" algn="l">
              <a:spcBef>
                <a:spcPts val="0"/>
              </a:spcBef>
              <a:spcAft>
                <a:spcPts val="0"/>
              </a:spcAft>
              <a:buSzPts val="6000"/>
              <a:buNone/>
              <a:defRPr sz="6000"/>
            </a:lvl3pPr>
            <a:lvl4pPr lvl="3" algn="l">
              <a:spcBef>
                <a:spcPts val="0"/>
              </a:spcBef>
              <a:spcAft>
                <a:spcPts val="0"/>
              </a:spcAft>
              <a:buSzPts val="6000"/>
              <a:buNone/>
              <a:defRPr sz="6000"/>
            </a:lvl4pPr>
            <a:lvl5pPr lvl="4" algn="l">
              <a:spcBef>
                <a:spcPts val="0"/>
              </a:spcBef>
              <a:spcAft>
                <a:spcPts val="0"/>
              </a:spcAft>
              <a:buSzPts val="6000"/>
              <a:buNone/>
              <a:defRPr sz="6000"/>
            </a:lvl5pPr>
            <a:lvl6pPr lvl="5" algn="l">
              <a:spcBef>
                <a:spcPts val="0"/>
              </a:spcBef>
              <a:spcAft>
                <a:spcPts val="0"/>
              </a:spcAft>
              <a:buSzPts val="6000"/>
              <a:buNone/>
              <a:defRPr sz="6000"/>
            </a:lvl6pPr>
            <a:lvl7pPr lvl="6" algn="l">
              <a:spcBef>
                <a:spcPts val="0"/>
              </a:spcBef>
              <a:spcAft>
                <a:spcPts val="0"/>
              </a:spcAft>
              <a:buSzPts val="6000"/>
              <a:buNone/>
              <a:defRPr sz="6000"/>
            </a:lvl7pPr>
            <a:lvl8pPr lvl="7" algn="l">
              <a:spcBef>
                <a:spcPts val="0"/>
              </a:spcBef>
              <a:spcAft>
                <a:spcPts val="0"/>
              </a:spcAft>
              <a:buSzPts val="6000"/>
              <a:buNone/>
              <a:defRPr sz="6000"/>
            </a:lvl8pPr>
            <a:lvl9pPr lvl="8" algn="l">
              <a:spcBef>
                <a:spcPts val="0"/>
              </a:spcBef>
              <a:spcAft>
                <a:spcPts val="0"/>
              </a:spcAft>
              <a:buSzPts val="6000"/>
              <a:buNone/>
              <a:defRPr sz="6000"/>
            </a:lvl9pPr>
          </a:lstStyle>
          <a:p>
            <a:endParaRPr/>
          </a:p>
        </p:txBody>
      </p:sp>
      <p:sp>
        <p:nvSpPr>
          <p:cNvPr id="60" name="Google Shape;60;p9"/>
          <p:cNvSpPr txBox="1">
            <a:spLocks noGrp="1"/>
          </p:cNvSpPr>
          <p:nvPr>
            <p:ph type="subTitle" idx="1"/>
          </p:nvPr>
        </p:nvSpPr>
        <p:spPr>
          <a:xfrm>
            <a:off x="2143050" y="2360663"/>
            <a:ext cx="4857900" cy="12465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a:endParaRPr/>
          </a:p>
        </p:txBody>
      </p:sp>
      <p:sp>
        <p:nvSpPr>
          <p:cNvPr id="61" name="Google Shape;61;p9"/>
          <p:cNvSpPr/>
          <p:nvPr/>
        </p:nvSpPr>
        <p:spPr>
          <a:xfrm>
            <a:off x="75" y="4426700"/>
            <a:ext cx="91440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 name="Google Shape;62;p9"/>
          <p:cNvGrpSpPr/>
          <p:nvPr/>
        </p:nvGrpSpPr>
        <p:grpSpPr>
          <a:xfrm>
            <a:off x="712700" y="539500"/>
            <a:ext cx="8431300" cy="4604000"/>
            <a:chOff x="712700" y="539500"/>
            <a:chExt cx="8431300" cy="4604000"/>
          </a:xfrm>
        </p:grpSpPr>
        <p:cxnSp>
          <p:nvCxnSpPr>
            <p:cNvPr id="63" name="Google Shape;63;p9"/>
            <p:cNvCxnSpPr/>
            <p:nvPr/>
          </p:nvCxnSpPr>
          <p:spPr>
            <a:xfrm>
              <a:off x="4572000" y="539500"/>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64" name="Google Shape;64;p9"/>
            <p:cNvCxnSpPr/>
            <p:nvPr/>
          </p:nvCxnSpPr>
          <p:spPr>
            <a:xfrm rot="10800000">
              <a:off x="712700" y="1685400"/>
              <a:ext cx="0" cy="34581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5"/>
        <p:cNvGrpSpPr/>
        <p:nvPr/>
      </p:nvGrpSpPr>
      <p:grpSpPr>
        <a:xfrm>
          <a:off x="0" y="0"/>
          <a:ext cx="0" cy="0"/>
          <a:chOff x="0" y="0"/>
          <a:chExt cx="0" cy="0"/>
        </a:xfrm>
      </p:grpSpPr>
      <p:sp>
        <p:nvSpPr>
          <p:cNvPr id="66" name="Google Shape;66;p10"/>
          <p:cNvSpPr>
            <a:spLocks noGrp="1"/>
          </p:cNvSpPr>
          <p:nvPr>
            <p:ph type="pic" idx="2"/>
          </p:nvPr>
        </p:nvSpPr>
        <p:spPr>
          <a:xfrm>
            <a:off x="0" y="0"/>
            <a:ext cx="9144000" cy="5143500"/>
          </a:xfrm>
          <a:prstGeom prst="rect">
            <a:avLst/>
          </a:prstGeom>
          <a:noFill/>
          <a:ln>
            <a:noFill/>
          </a:ln>
        </p:spPr>
      </p:sp>
      <p:sp>
        <p:nvSpPr>
          <p:cNvPr id="67" name="Google Shape;67;p10"/>
          <p:cNvSpPr txBox="1">
            <a:spLocks noGrp="1"/>
          </p:cNvSpPr>
          <p:nvPr>
            <p:ph type="title"/>
          </p:nvPr>
        </p:nvSpPr>
        <p:spPr>
          <a:xfrm>
            <a:off x="713225" y="3946875"/>
            <a:ext cx="7717500" cy="6618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algn="l" rtl="0">
              <a:spcBef>
                <a:spcPts val="0"/>
              </a:spcBef>
              <a:spcAft>
                <a:spcPts val="0"/>
              </a:spcAft>
              <a:buSzPts val="3100"/>
              <a:buNone/>
              <a:defRPr/>
            </a:lvl2pPr>
            <a:lvl3pPr lvl="2" algn="l" rtl="0">
              <a:spcBef>
                <a:spcPts val="0"/>
              </a:spcBef>
              <a:spcAft>
                <a:spcPts val="0"/>
              </a:spcAft>
              <a:buSzPts val="3100"/>
              <a:buNone/>
              <a:defRPr/>
            </a:lvl3pPr>
            <a:lvl4pPr lvl="3" algn="l" rtl="0">
              <a:spcBef>
                <a:spcPts val="0"/>
              </a:spcBef>
              <a:spcAft>
                <a:spcPts val="0"/>
              </a:spcAft>
              <a:buSzPts val="3100"/>
              <a:buNone/>
              <a:defRPr/>
            </a:lvl4pPr>
            <a:lvl5pPr lvl="4" algn="l" rtl="0">
              <a:spcBef>
                <a:spcPts val="0"/>
              </a:spcBef>
              <a:spcAft>
                <a:spcPts val="0"/>
              </a:spcAft>
              <a:buSzPts val="3100"/>
              <a:buNone/>
              <a:defRPr/>
            </a:lvl5pPr>
            <a:lvl6pPr lvl="5" algn="l" rtl="0">
              <a:spcBef>
                <a:spcPts val="0"/>
              </a:spcBef>
              <a:spcAft>
                <a:spcPts val="0"/>
              </a:spcAft>
              <a:buSzPts val="3100"/>
              <a:buNone/>
              <a:defRPr/>
            </a:lvl6pPr>
            <a:lvl7pPr lvl="6" algn="l" rtl="0">
              <a:spcBef>
                <a:spcPts val="0"/>
              </a:spcBef>
              <a:spcAft>
                <a:spcPts val="0"/>
              </a:spcAft>
              <a:buSzPts val="3100"/>
              <a:buNone/>
              <a:defRPr/>
            </a:lvl7pPr>
            <a:lvl8pPr lvl="7" algn="l" rtl="0">
              <a:spcBef>
                <a:spcPts val="0"/>
              </a:spcBef>
              <a:spcAft>
                <a:spcPts val="0"/>
              </a:spcAft>
              <a:buSzPts val="3100"/>
              <a:buNone/>
              <a:defRPr/>
            </a:lvl8pPr>
            <a:lvl9pPr lvl="8" algn="l" rtl="0">
              <a:spcBef>
                <a:spcPts val="0"/>
              </a:spcBef>
              <a:spcAft>
                <a:spcPts val="0"/>
              </a:spcAft>
              <a:buSzPts val="31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8"/>
        <p:cNvGrpSpPr/>
        <p:nvPr/>
      </p:nvGrpSpPr>
      <p:grpSpPr>
        <a:xfrm>
          <a:off x="0" y="0"/>
          <a:ext cx="0" cy="0"/>
          <a:chOff x="0" y="0"/>
          <a:chExt cx="0" cy="0"/>
        </a:xfrm>
      </p:grpSpPr>
      <p:sp>
        <p:nvSpPr>
          <p:cNvPr id="69" name="Google Shape;69;p11"/>
          <p:cNvSpPr txBox="1">
            <a:spLocks noGrp="1"/>
          </p:cNvSpPr>
          <p:nvPr>
            <p:ph type="title" hasCustomPrompt="1"/>
          </p:nvPr>
        </p:nvSpPr>
        <p:spPr>
          <a:xfrm>
            <a:off x="1604400" y="1600075"/>
            <a:ext cx="5935200" cy="132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3000"/>
              <a:buNone/>
              <a:defRPr sz="7400"/>
            </a:lvl1pPr>
            <a:lvl2pPr lvl="1" algn="ctr">
              <a:spcBef>
                <a:spcPts val="0"/>
              </a:spcBef>
              <a:spcAft>
                <a:spcPts val="0"/>
              </a:spcAft>
              <a:buSzPts val="13000"/>
              <a:buNone/>
              <a:defRPr sz="13000"/>
            </a:lvl2pPr>
            <a:lvl3pPr lvl="2" algn="ctr">
              <a:spcBef>
                <a:spcPts val="0"/>
              </a:spcBef>
              <a:spcAft>
                <a:spcPts val="0"/>
              </a:spcAft>
              <a:buSzPts val="13000"/>
              <a:buNone/>
              <a:defRPr sz="13000"/>
            </a:lvl3pPr>
            <a:lvl4pPr lvl="3" algn="ctr">
              <a:spcBef>
                <a:spcPts val="0"/>
              </a:spcBef>
              <a:spcAft>
                <a:spcPts val="0"/>
              </a:spcAft>
              <a:buSzPts val="13000"/>
              <a:buNone/>
              <a:defRPr sz="13000"/>
            </a:lvl4pPr>
            <a:lvl5pPr lvl="4" algn="ctr">
              <a:spcBef>
                <a:spcPts val="0"/>
              </a:spcBef>
              <a:spcAft>
                <a:spcPts val="0"/>
              </a:spcAft>
              <a:buSzPts val="13000"/>
              <a:buNone/>
              <a:defRPr sz="13000"/>
            </a:lvl5pPr>
            <a:lvl6pPr lvl="5" algn="ctr">
              <a:spcBef>
                <a:spcPts val="0"/>
              </a:spcBef>
              <a:spcAft>
                <a:spcPts val="0"/>
              </a:spcAft>
              <a:buSzPts val="13000"/>
              <a:buNone/>
              <a:defRPr sz="13000"/>
            </a:lvl6pPr>
            <a:lvl7pPr lvl="6" algn="ctr">
              <a:spcBef>
                <a:spcPts val="0"/>
              </a:spcBef>
              <a:spcAft>
                <a:spcPts val="0"/>
              </a:spcAft>
              <a:buSzPts val="13000"/>
              <a:buNone/>
              <a:defRPr sz="13000"/>
            </a:lvl7pPr>
            <a:lvl8pPr lvl="7" algn="ctr">
              <a:spcBef>
                <a:spcPts val="0"/>
              </a:spcBef>
              <a:spcAft>
                <a:spcPts val="0"/>
              </a:spcAft>
              <a:buSzPts val="13000"/>
              <a:buNone/>
              <a:defRPr sz="13000"/>
            </a:lvl8pPr>
            <a:lvl9pPr lvl="8" algn="ctr">
              <a:spcBef>
                <a:spcPts val="0"/>
              </a:spcBef>
              <a:spcAft>
                <a:spcPts val="0"/>
              </a:spcAft>
              <a:buSzPts val="13000"/>
              <a:buNone/>
              <a:defRPr sz="13000"/>
            </a:lvl9pPr>
          </a:lstStyle>
          <a:p>
            <a:r>
              <a:t>xx%</a:t>
            </a:r>
          </a:p>
        </p:txBody>
      </p:sp>
      <p:sp>
        <p:nvSpPr>
          <p:cNvPr id="70" name="Google Shape;70;p11"/>
          <p:cNvSpPr txBox="1">
            <a:spLocks noGrp="1"/>
          </p:cNvSpPr>
          <p:nvPr>
            <p:ph type="subTitle" idx="1"/>
          </p:nvPr>
        </p:nvSpPr>
        <p:spPr>
          <a:xfrm>
            <a:off x="1604400" y="2923675"/>
            <a:ext cx="5935200" cy="423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850"/>
              <a:buNone/>
              <a:defRPr sz="1550"/>
            </a:lvl1pPr>
            <a:lvl2pPr lvl="1" algn="ctr" rtl="0">
              <a:lnSpc>
                <a:spcPct val="115000"/>
              </a:lnSpc>
              <a:spcBef>
                <a:spcPts val="0"/>
              </a:spcBef>
              <a:spcAft>
                <a:spcPts val="0"/>
              </a:spcAft>
              <a:buSzPts val="1850"/>
              <a:buNone/>
              <a:defRPr sz="1850"/>
            </a:lvl2pPr>
            <a:lvl3pPr lvl="2" algn="ctr" rtl="0">
              <a:lnSpc>
                <a:spcPct val="115000"/>
              </a:lnSpc>
              <a:spcBef>
                <a:spcPts val="0"/>
              </a:spcBef>
              <a:spcAft>
                <a:spcPts val="0"/>
              </a:spcAft>
              <a:buSzPts val="1850"/>
              <a:buNone/>
              <a:defRPr sz="1850"/>
            </a:lvl3pPr>
            <a:lvl4pPr lvl="3" algn="ctr" rtl="0">
              <a:lnSpc>
                <a:spcPct val="115000"/>
              </a:lnSpc>
              <a:spcBef>
                <a:spcPts val="0"/>
              </a:spcBef>
              <a:spcAft>
                <a:spcPts val="0"/>
              </a:spcAft>
              <a:buSzPts val="1850"/>
              <a:buNone/>
              <a:defRPr sz="1850"/>
            </a:lvl4pPr>
            <a:lvl5pPr lvl="4" algn="ctr" rtl="0">
              <a:lnSpc>
                <a:spcPct val="115000"/>
              </a:lnSpc>
              <a:spcBef>
                <a:spcPts val="0"/>
              </a:spcBef>
              <a:spcAft>
                <a:spcPts val="0"/>
              </a:spcAft>
              <a:buSzPts val="1850"/>
              <a:buNone/>
              <a:defRPr sz="1850"/>
            </a:lvl5pPr>
            <a:lvl6pPr lvl="5" algn="ctr" rtl="0">
              <a:lnSpc>
                <a:spcPct val="115000"/>
              </a:lnSpc>
              <a:spcBef>
                <a:spcPts val="0"/>
              </a:spcBef>
              <a:spcAft>
                <a:spcPts val="0"/>
              </a:spcAft>
              <a:buSzPts val="1850"/>
              <a:buNone/>
              <a:defRPr sz="1850"/>
            </a:lvl6pPr>
            <a:lvl7pPr lvl="6" algn="ctr" rtl="0">
              <a:lnSpc>
                <a:spcPct val="115000"/>
              </a:lnSpc>
              <a:spcBef>
                <a:spcPts val="0"/>
              </a:spcBef>
              <a:spcAft>
                <a:spcPts val="0"/>
              </a:spcAft>
              <a:buSzPts val="1850"/>
              <a:buNone/>
              <a:defRPr sz="1850"/>
            </a:lvl7pPr>
            <a:lvl8pPr lvl="7" algn="ctr" rtl="0">
              <a:lnSpc>
                <a:spcPct val="115000"/>
              </a:lnSpc>
              <a:spcBef>
                <a:spcPts val="0"/>
              </a:spcBef>
              <a:spcAft>
                <a:spcPts val="0"/>
              </a:spcAft>
              <a:buSzPts val="1850"/>
              <a:buNone/>
              <a:defRPr sz="1850"/>
            </a:lvl8pPr>
            <a:lvl9pPr lvl="8" algn="ctr" rtl="0">
              <a:lnSpc>
                <a:spcPct val="115000"/>
              </a:lnSpc>
              <a:spcBef>
                <a:spcPts val="0"/>
              </a:spcBef>
              <a:spcAft>
                <a:spcPts val="0"/>
              </a:spcAft>
              <a:buSzPts val="1850"/>
              <a:buNone/>
              <a:defRPr sz="1850"/>
            </a:lvl9pPr>
          </a:lstStyle>
          <a:p>
            <a:endParaRPr/>
          </a:p>
        </p:txBody>
      </p:sp>
      <p:sp>
        <p:nvSpPr>
          <p:cNvPr id="71" name="Google Shape;71;p11"/>
          <p:cNvSpPr/>
          <p:nvPr/>
        </p:nvSpPr>
        <p:spPr>
          <a:xfrm rot="10800000">
            <a:off x="-55375"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11"/>
          <p:cNvGrpSpPr/>
          <p:nvPr/>
        </p:nvGrpSpPr>
        <p:grpSpPr>
          <a:xfrm rot="10800000">
            <a:off x="-55325" y="0"/>
            <a:ext cx="9199325" cy="4604000"/>
            <a:chOff x="-55375" y="539500"/>
            <a:chExt cx="9199325" cy="4604000"/>
          </a:xfrm>
        </p:grpSpPr>
        <p:cxnSp>
          <p:nvCxnSpPr>
            <p:cNvPr id="73" name="Google Shape;73;p11"/>
            <p:cNvCxnSpPr/>
            <p:nvPr/>
          </p:nvCxnSpPr>
          <p:spPr>
            <a:xfrm>
              <a:off x="-55375" y="4608575"/>
              <a:ext cx="4563600" cy="0"/>
            </a:xfrm>
            <a:prstGeom prst="straightConnector1">
              <a:avLst/>
            </a:prstGeom>
            <a:noFill/>
            <a:ln w="9525" cap="flat" cmpd="sng">
              <a:solidFill>
                <a:schemeClr val="dk1"/>
              </a:solidFill>
              <a:prstDash val="solid"/>
              <a:round/>
              <a:headEnd type="none" w="med" len="med"/>
              <a:tailEnd type="none" w="med" len="med"/>
            </a:ln>
          </p:spPr>
        </p:cxnSp>
        <p:cxnSp>
          <p:nvCxnSpPr>
            <p:cNvPr id="74" name="Google Shape;74;p11"/>
            <p:cNvCxnSpPr/>
            <p:nvPr/>
          </p:nvCxnSpPr>
          <p:spPr>
            <a:xfrm>
              <a:off x="2576350" y="539500"/>
              <a:ext cx="6567600" cy="0"/>
            </a:xfrm>
            <a:prstGeom prst="straightConnector1">
              <a:avLst/>
            </a:prstGeom>
            <a:noFill/>
            <a:ln w="9525" cap="flat" cmpd="sng">
              <a:solidFill>
                <a:schemeClr val="dk1"/>
              </a:solidFill>
              <a:prstDash val="solid"/>
              <a:round/>
              <a:headEnd type="none" w="med" len="med"/>
              <a:tailEnd type="none" w="med" len="med"/>
            </a:ln>
          </p:spPr>
        </p:cxnSp>
        <p:cxnSp>
          <p:nvCxnSpPr>
            <p:cNvPr id="75" name="Google Shape;75;p11"/>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7"/>
        <p:cNvGrpSpPr/>
        <p:nvPr/>
      </p:nvGrpSpPr>
      <p:grpSpPr>
        <a:xfrm>
          <a:off x="0" y="0"/>
          <a:ext cx="0" cy="0"/>
          <a:chOff x="0" y="0"/>
          <a:chExt cx="0" cy="0"/>
        </a:xfrm>
      </p:grpSpPr>
      <p:sp>
        <p:nvSpPr>
          <p:cNvPr id="78" name="Google Shape;78;p13"/>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79" name="Google Shape;79;p13"/>
          <p:cNvSpPr txBox="1">
            <a:spLocks noGrp="1"/>
          </p:cNvSpPr>
          <p:nvPr>
            <p:ph type="subTitle" idx="1"/>
          </p:nvPr>
        </p:nvSpPr>
        <p:spPr>
          <a:xfrm>
            <a:off x="1936100" y="2129352"/>
            <a:ext cx="22887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80" name="Google Shape;80;p13"/>
          <p:cNvSpPr txBox="1">
            <a:spLocks noGrp="1"/>
          </p:cNvSpPr>
          <p:nvPr>
            <p:ph type="subTitle" idx="2"/>
          </p:nvPr>
        </p:nvSpPr>
        <p:spPr>
          <a:xfrm>
            <a:off x="1936100" y="1370275"/>
            <a:ext cx="2288700" cy="80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1" name="Google Shape;81;p13"/>
          <p:cNvSpPr txBox="1">
            <a:spLocks noGrp="1"/>
          </p:cNvSpPr>
          <p:nvPr>
            <p:ph type="title" idx="3" hasCustomPrompt="1"/>
          </p:nvPr>
        </p:nvSpPr>
        <p:spPr>
          <a:xfrm>
            <a:off x="993600" y="1483400"/>
            <a:ext cx="876300" cy="1152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3400"/>
            </a:lvl1pPr>
            <a:lvl2pPr lvl="1" algn="ctr" rtl="0">
              <a:spcBef>
                <a:spcPts val="0"/>
              </a:spcBef>
              <a:spcAft>
                <a:spcPts val="0"/>
              </a:spcAft>
              <a:buSzPts val="4600"/>
              <a:buNone/>
              <a:defRPr sz="4600"/>
            </a:lvl2pPr>
            <a:lvl3pPr lvl="2" algn="ctr" rtl="0">
              <a:spcBef>
                <a:spcPts val="0"/>
              </a:spcBef>
              <a:spcAft>
                <a:spcPts val="0"/>
              </a:spcAft>
              <a:buSzPts val="4600"/>
              <a:buNone/>
              <a:defRPr sz="4600"/>
            </a:lvl3pPr>
            <a:lvl4pPr lvl="3" algn="ctr" rtl="0">
              <a:spcBef>
                <a:spcPts val="0"/>
              </a:spcBef>
              <a:spcAft>
                <a:spcPts val="0"/>
              </a:spcAft>
              <a:buSzPts val="4600"/>
              <a:buNone/>
              <a:defRPr sz="4600"/>
            </a:lvl4pPr>
            <a:lvl5pPr lvl="4" algn="ctr" rtl="0">
              <a:spcBef>
                <a:spcPts val="0"/>
              </a:spcBef>
              <a:spcAft>
                <a:spcPts val="0"/>
              </a:spcAft>
              <a:buSzPts val="4600"/>
              <a:buNone/>
              <a:defRPr sz="4600"/>
            </a:lvl5pPr>
            <a:lvl6pPr lvl="5" algn="ctr" rtl="0">
              <a:spcBef>
                <a:spcPts val="0"/>
              </a:spcBef>
              <a:spcAft>
                <a:spcPts val="0"/>
              </a:spcAft>
              <a:buSzPts val="4600"/>
              <a:buNone/>
              <a:defRPr sz="4600"/>
            </a:lvl6pPr>
            <a:lvl7pPr lvl="6" algn="ctr" rtl="0">
              <a:spcBef>
                <a:spcPts val="0"/>
              </a:spcBef>
              <a:spcAft>
                <a:spcPts val="0"/>
              </a:spcAft>
              <a:buSzPts val="4600"/>
              <a:buNone/>
              <a:defRPr sz="4600"/>
            </a:lvl7pPr>
            <a:lvl8pPr lvl="7" algn="ctr" rtl="0">
              <a:spcBef>
                <a:spcPts val="0"/>
              </a:spcBef>
              <a:spcAft>
                <a:spcPts val="0"/>
              </a:spcAft>
              <a:buSzPts val="4600"/>
              <a:buNone/>
              <a:defRPr sz="4600"/>
            </a:lvl8pPr>
            <a:lvl9pPr lvl="8" algn="ctr" rtl="0">
              <a:spcBef>
                <a:spcPts val="0"/>
              </a:spcBef>
              <a:spcAft>
                <a:spcPts val="0"/>
              </a:spcAft>
              <a:buSzPts val="4600"/>
              <a:buNone/>
              <a:defRPr sz="4600"/>
            </a:lvl9pPr>
          </a:lstStyle>
          <a:p>
            <a:r>
              <a:t>xx%</a:t>
            </a:r>
          </a:p>
        </p:txBody>
      </p:sp>
      <p:sp>
        <p:nvSpPr>
          <p:cNvPr id="82" name="Google Shape;82;p13"/>
          <p:cNvSpPr txBox="1">
            <a:spLocks noGrp="1"/>
          </p:cNvSpPr>
          <p:nvPr>
            <p:ph type="subTitle" idx="4"/>
          </p:nvPr>
        </p:nvSpPr>
        <p:spPr>
          <a:xfrm>
            <a:off x="1936100" y="3827175"/>
            <a:ext cx="22887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83" name="Google Shape;83;p13"/>
          <p:cNvSpPr txBox="1">
            <a:spLocks noGrp="1"/>
          </p:cNvSpPr>
          <p:nvPr>
            <p:ph type="subTitle" idx="5"/>
          </p:nvPr>
        </p:nvSpPr>
        <p:spPr>
          <a:xfrm>
            <a:off x="1936100" y="3068200"/>
            <a:ext cx="2288700" cy="80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4" name="Google Shape;84;p13"/>
          <p:cNvSpPr txBox="1">
            <a:spLocks noGrp="1"/>
          </p:cNvSpPr>
          <p:nvPr>
            <p:ph type="title" idx="6" hasCustomPrompt="1"/>
          </p:nvPr>
        </p:nvSpPr>
        <p:spPr>
          <a:xfrm>
            <a:off x="993600" y="3179712"/>
            <a:ext cx="876300" cy="1152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3400"/>
            </a:lvl1pPr>
            <a:lvl2pPr lvl="1" algn="ctr" rtl="0">
              <a:spcBef>
                <a:spcPts val="0"/>
              </a:spcBef>
              <a:spcAft>
                <a:spcPts val="0"/>
              </a:spcAft>
              <a:buSzPts val="4600"/>
              <a:buNone/>
              <a:defRPr sz="4600"/>
            </a:lvl2pPr>
            <a:lvl3pPr lvl="2" algn="ctr" rtl="0">
              <a:spcBef>
                <a:spcPts val="0"/>
              </a:spcBef>
              <a:spcAft>
                <a:spcPts val="0"/>
              </a:spcAft>
              <a:buSzPts val="4600"/>
              <a:buNone/>
              <a:defRPr sz="4600"/>
            </a:lvl3pPr>
            <a:lvl4pPr lvl="3" algn="ctr" rtl="0">
              <a:spcBef>
                <a:spcPts val="0"/>
              </a:spcBef>
              <a:spcAft>
                <a:spcPts val="0"/>
              </a:spcAft>
              <a:buSzPts val="4600"/>
              <a:buNone/>
              <a:defRPr sz="4600"/>
            </a:lvl4pPr>
            <a:lvl5pPr lvl="4" algn="ctr" rtl="0">
              <a:spcBef>
                <a:spcPts val="0"/>
              </a:spcBef>
              <a:spcAft>
                <a:spcPts val="0"/>
              </a:spcAft>
              <a:buSzPts val="4600"/>
              <a:buNone/>
              <a:defRPr sz="4600"/>
            </a:lvl5pPr>
            <a:lvl6pPr lvl="5" algn="ctr" rtl="0">
              <a:spcBef>
                <a:spcPts val="0"/>
              </a:spcBef>
              <a:spcAft>
                <a:spcPts val="0"/>
              </a:spcAft>
              <a:buSzPts val="4600"/>
              <a:buNone/>
              <a:defRPr sz="4600"/>
            </a:lvl6pPr>
            <a:lvl7pPr lvl="6" algn="ctr" rtl="0">
              <a:spcBef>
                <a:spcPts val="0"/>
              </a:spcBef>
              <a:spcAft>
                <a:spcPts val="0"/>
              </a:spcAft>
              <a:buSzPts val="4600"/>
              <a:buNone/>
              <a:defRPr sz="4600"/>
            </a:lvl7pPr>
            <a:lvl8pPr lvl="7" algn="ctr" rtl="0">
              <a:spcBef>
                <a:spcPts val="0"/>
              </a:spcBef>
              <a:spcAft>
                <a:spcPts val="0"/>
              </a:spcAft>
              <a:buSzPts val="4600"/>
              <a:buNone/>
              <a:defRPr sz="4600"/>
            </a:lvl8pPr>
            <a:lvl9pPr lvl="8" algn="ctr" rtl="0">
              <a:spcBef>
                <a:spcPts val="0"/>
              </a:spcBef>
              <a:spcAft>
                <a:spcPts val="0"/>
              </a:spcAft>
              <a:buSzPts val="4600"/>
              <a:buNone/>
              <a:defRPr sz="4600"/>
            </a:lvl9pPr>
          </a:lstStyle>
          <a:p>
            <a:r>
              <a:t>xx%</a:t>
            </a:r>
          </a:p>
        </p:txBody>
      </p:sp>
      <p:sp>
        <p:nvSpPr>
          <p:cNvPr id="85" name="Google Shape;85;p13"/>
          <p:cNvSpPr txBox="1">
            <a:spLocks noGrp="1"/>
          </p:cNvSpPr>
          <p:nvPr>
            <p:ph type="subTitle" idx="7"/>
          </p:nvPr>
        </p:nvSpPr>
        <p:spPr>
          <a:xfrm>
            <a:off x="5969570" y="2129352"/>
            <a:ext cx="22887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86" name="Google Shape;86;p13"/>
          <p:cNvSpPr txBox="1">
            <a:spLocks noGrp="1"/>
          </p:cNvSpPr>
          <p:nvPr>
            <p:ph type="subTitle" idx="8"/>
          </p:nvPr>
        </p:nvSpPr>
        <p:spPr>
          <a:xfrm>
            <a:off x="5969570" y="1370275"/>
            <a:ext cx="2288700" cy="80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7" name="Google Shape;87;p13"/>
          <p:cNvSpPr txBox="1">
            <a:spLocks noGrp="1"/>
          </p:cNvSpPr>
          <p:nvPr>
            <p:ph type="title" idx="9" hasCustomPrompt="1"/>
          </p:nvPr>
        </p:nvSpPr>
        <p:spPr>
          <a:xfrm>
            <a:off x="5033780" y="1483400"/>
            <a:ext cx="876300" cy="1152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3400"/>
            </a:lvl1pPr>
            <a:lvl2pPr lvl="1" algn="ctr" rtl="0">
              <a:spcBef>
                <a:spcPts val="0"/>
              </a:spcBef>
              <a:spcAft>
                <a:spcPts val="0"/>
              </a:spcAft>
              <a:buSzPts val="4600"/>
              <a:buNone/>
              <a:defRPr sz="4600"/>
            </a:lvl2pPr>
            <a:lvl3pPr lvl="2" algn="ctr" rtl="0">
              <a:spcBef>
                <a:spcPts val="0"/>
              </a:spcBef>
              <a:spcAft>
                <a:spcPts val="0"/>
              </a:spcAft>
              <a:buSzPts val="4600"/>
              <a:buNone/>
              <a:defRPr sz="4600"/>
            </a:lvl3pPr>
            <a:lvl4pPr lvl="3" algn="ctr" rtl="0">
              <a:spcBef>
                <a:spcPts val="0"/>
              </a:spcBef>
              <a:spcAft>
                <a:spcPts val="0"/>
              </a:spcAft>
              <a:buSzPts val="4600"/>
              <a:buNone/>
              <a:defRPr sz="4600"/>
            </a:lvl4pPr>
            <a:lvl5pPr lvl="4" algn="ctr" rtl="0">
              <a:spcBef>
                <a:spcPts val="0"/>
              </a:spcBef>
              <a:spcAft>
                <a:spcPts val="0"/>
              </a:spcAft>
              <a:buSzPts val="4600"/>
              <a:buNone/>
              <a:defRPr sz="4600"/>
            </a:lvl5pPr>
            <a:lvl6pPr lvl="5" algn="ctr" rtl="0">
              <a:spcBef>
                <a:spcPts val="0"/>
              </a:spcBef>
              <a:spcAft>
                <a:spcPts val="0"/>
              </a:spcAft>
              <a:buSzPts val="4600"/>
              <a:buNone/>
              <a:defRPr sz="4600"/>
            </a:lvl6pPr>
            <a:lvl7pPr lvl="6" algn="ctr" rtl="0">
              <a:spcBef>
                <a:spcPts val="0"/>
              </a:spcBef>
              <a:spcAft>
                <a:spcPts val="0"/>
              </a:spcAft>
              <a:buSzPts val="4600"/>
              <a:buNone/>
              <a:defRPr sz="4600"/>
            </a:lvl7pPr>
            <a:lvl8pPr lvl="7" algn="ctr" rtl="0">
              <a:spcBef>
                <a:spcPts val="0"/>
              </a:spcBef>
              <a:spcAft>
                <a:spcPts val="0"/>
              </a:spcAft>
              <a:buSzPts val="4600"/>
              <a:buNone/>
              <a:defRPr sz="4600"/>
            </a:lvl8pPr>
            <a:lvl9pPr lvl="8" algn="ctr" rtl="0">
              <a:spcBef>
                <a:spcPts val="0"/>
              </a:spcBef>
              <a:spcAft>
                <a:spcPts val="0"/>
              </a:spcAft>
              <a:buSzPts val="4600"/>
              <a:buNone/>
              <a:defRPr sz="4600"/>
            </a:lvl9pPr>
          </a:lstStyle>
          <a:p>
            <a:r>
              <a:t>xx%</a:t>
            </a:r>
          </a:p>
        </p:txBody>
      </p:sp>
      <p:sp>
        <p:nvSpPr>
          <p:cNvPr id="88" name="Google Shape;88;p13"/>
          <p:cNvSpPr txBox="1">
            <a:spLocks noGrp="1"/>
          </p:cNvSpPr>
          <p:nvPr>
            <p:ph type="subTitle" idx="13"/>
          </p:nvPr>
        </p:nvSpPr>
        <p:spPr>
          <a:xfrm>
            <a:off x="5969570" y="3827175"/>
            <a:ext cx="22887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89" name="Google Shape;89;p13"/>
          <p:cNvSpPr txBox="1">
            <a:spLocks noGrp="1"/>
          </p:cNvSpPr>
          <p:nvPr>
            <p:ph type="subTitle" idx="14"/>
          </p:nvPr>
        </p:nvSpPr>
        <p:spPr>
          <a:xfrm>
            <a:off x="5969570" y="3068200"/>
            <a:ext cx="2288700" cy="80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90" name="Google Shape;90;p13"/>
          <p:cNvSpPr txBox="1">
            <a:spLocks noGrp="1"/>
          </p:cNvSpPr>
          <p:nvPr>
            <p:ph type="title" idx="15" hasCustomPrompt="1"/>
          </p:nvPr>
        </p:nvSpPr>
        <p:spPr>
          <a:xfrm>
            <a:off x="5033780" y="3179712"/>
            <a:ext cx="876300" cy="1152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3400"/>
            </a:lvl1pPr>
            <a:lvl2pPr lvl="1" algn="ctr" rtl="0">
              <a:spcBef>
                <a:spcPts val="0"/>
              </a:spcBef>
              <a:spcAft>
                <a:spcPts val="0"/>
              </a:spcAft>
              <a:buSzPts val="4600"/>
              <a:buNone/>
              <a:defRPr sz="4600"/>
            </a:lvl2pPr>
            <a:lvl3pPr lvl="2" algn="ctr" rtl="0">
              <a:spcBef>
                <a:spcPts val="0"/>
              </a:spcBef>
              <a:spcAft>
                <a:spcPts val="0"/>
              </a:spcAft>
              <a:buSzPts val="4600"/>
              <a:buNone/>
              <a:defRPr sz="4600"/>
            </a:lvl3pPr>
            <a:lvl4pPr lvl="3" algn="ctr" rtl="0">
              <a:spcBef>
                <a:spcPts val="0"/>
              </a:spcBef>
              <a:spcAft>
                <a:spcPts val="0"/>
              </a:spcAft>
              <a:buSzPts val="4600"/>
              <a:buNone/>
              <a:defRPr sz="4600"/>
            </a:lvl4pPr>
            <a:lvl5pPr lvl="4" algn="ctr" rtl="0">
              <a:spcBef>
                <a:spcPts val="0"/>
              </a:spcBef>
              <a:spcAft>
                <a:spcPts val="0"/>
              </a:spcAft>
              <a:buSzPts val="4600"/>
              <a:buNone/>
              <a:defRPr sz="4600"/>
            </a:lvl5pPr>
            <a:lvl6pPr lvl="5" algn="ctr" rtl="0">
              <a:spcBef>
                <a:spcPts val="0"/>
              </a:spcBef>
              <a:spcAft>
                <a:spcPts val="0"/>
              </a:spcAft>
              <a:buSzPts val="4600"/>
              <a:buNone/>
              <a:defRPr sz="4600"/>
            </a:lvl6pPr>
            <a:lvl7pPr lvl="6" algn="ctr" rtl="0">
              <a:spcBef>
                <a:spcPts val="0"/>
              </a:spcBef>
              <a:spcAft>
                <a:spcPts val="0"/>
              </a:spcAft>
              <a:buSzPts val="4600"/>
              <a:buNone/>
              <a:defRPr sz="4600"/>
            </a:lvl7pPr>
            <a:lvl8pPr lvl="7" algn="ctr" rtl="0">
              <a:spcBef>
                <a:spcPts val="0"/>
              </a:spcBef>
              <a:spcAft>
                <a:spcPts val="0"/>
              </a:spcAft>
              <a:buSzPts val="4600"/>
              <a:buNone/>
              <a:defRPr sz="4600"/>
            </a:lvl8pPr>
            <a:lvl9pPr lvl="8" algn="ctr" rtl="0">
              <a:spcBef>
                <a:spcPts val="0"/>
              </a:spcBef>
              <a:spcAft>
                <a:spcPts val="0"/>
              </a:spcAft>
              <a:buSzPts val="4600"/>
              <a:buNone/>
              <a:defRPr sz="4600"/>
            </a:lvl9pPr>
          </a:lstStyle>
          <a:p>
            <a:r>
              <a:t>xx%</a:t>
            </a:r>
          </a:p>
        </p:txBody>
      </p:sp>
      <p:cxnSp>
        <p:nvCxnSpPr>
          <p:cNvPr id="91" name="Google Shape;91;p13"/>
          <p:cNvCxnSpPr/>
          <p:nvPr/>
        </p:nvCxnSpPr>
        <p:spPr>
          <a:xfrm rot="10800000">
            <a:off x="9002100" y="-100"/>
            <a:ext cx="0" cy="26526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92"/>
        <p:cNvGrpSpPr/>
        <p:nvPr/>
      </p:nvGrpSpPr>
      <p:grpSpPr>
        <a:xfrm>
          <a:off x="0" y="0"/>
          <a:ext cx="0" cy="0"/>
          <a:chOff x="0" y="0"/>
          <a:chExt cx="0" cy="0"/>
        </a:xfrm>
      </p:grpSpPr>
      <p:sp>
        <p:nvSpPr>
          <p:cNvPr id="93" name="Google Shape;93;p14"/>
          <p:cNvSpPr txBox="1">
            <a:spLocks noGrp="1"/>
          </p:cNvSpPr>
          <p:nvPr>
            <p:ph type="title"/>
          </p:nvPr>
        </p:nvSpPr>
        <p:spPr>
          <a:xfrm>
            <a:off x="783150" y="3920175"/>
            <a:ext cx="7577700" cy="554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27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4" name="Google Shape;94;p14"/>
          <p:cNvSpPr txBox="1">
            <a:spLocks noGrp="1"/>
          </p:cNvSpPr>
          <p:nvPr>
            <p:ph type="subTitle" idx="1"/>
          </p:nvPr>
        </p:nvSpPr>
        <p:spPr>
          <a:xfrm>
            <a:off x="783150" y="1931831"/>
            <a:ext cx="7577700" cy="19116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500"/>
              <a:buNone/>
              <a:defRPr sz="3100"/>
            </a:lvl1pPr>
            <a:lvl2pPr lvl="1" algn="ctr" rtl="0">
              <a:lnSpc>
                <a:spcPct val="115000"/>
              </a:lnSpc>
              <a:spcBef>
                <a:spcPts val="0"/>
              </a:spcBef>
              <a:spcAft>
                <a:spcPts val="0"/>
              </a:spcAft>
              <a:buSzPts val="3500"/>
              <a:buNone/>
              <a:defRPr sz="3500"/>
            </a:lvl2pPr>
            <a:lvl3pPr lvl="2" algn="ctr" rtl="0">
              <a:lnSpc>
                <a:spcPct val="115000"/>
              </a:lnSpc>
              <a:spcBef>
                <a:spcPts val="0"/>
              </a:spcBef>
              <a:spcAft>
                <a:spcPts val="0"/>
              </a:spcAft>
              <a:buSzPts val="3500"/>
              <a:buNone/>
              <a:defRPr sz="3500"/>
            </a:lvl3pPr>
            <a:lvl4pPr lvl="3" algn="ctr" rtl="0">
              <a:lnSpc>
                <a:spcPct val="115000"/>
              </a:lnSpc>
              <a:spcBef>
                <a:spcPts val="0"/>
              </a:spcBef>
              <a:spcAft>
                <a:spcPts val="0"/>
              </a:spcAft>
              <a:buSzPts val="3500"/>
              <a:buNone/>
              <a:defRPr sz="3500"/>
            </a:lvl4pPr>
            <a:lvl5pPr lvl="4" algn="ctr" rtl="0">
              <a:lnSpc>
                <a:spcPct val="115000"/>
              </a:lnSpc>
              <a:spcBef>
                <a:spcPts val="0"/>
              </a:spcBef>
              <a:spcAft>
                <a:spcPts val="0"/>
              </a:spcAft>
              <a:buSzPts val="3500"/>
              <a:buNone/>
              <a:defRPr sz="3500"/>
            </a:lvl5pPr>
            <a:lvl6pPr lvl="5" algn="ctr" rtl="0">
              <a:lnSpc>
                <a:spcPct val="115000"/>
              </a:lnSpc>
              <a:spcBef>
                <a:spcPts val="0"/>
              </a:spcBef>
              <a:spcAft>
                <a:spcPts val="0"/>
              </a:spcAft>
              <a:buSzPts val="3500"/>
              <a:buNone/>
              <a:defRPr sz="3500"/>
            </a:lvl6pPr>
            <a:lvl7pPr lvl="6" algn="ctr" rtl="0">
              <a:lnSpc>
                <a:spcPct val="115000"/>
              </a:lnSpc>
              <a:spcBef>
                <a:spcPts val="0"/>
              </a:spcBef>
              <a:spcAft>
                <a:spcPts val="0"/>
              </a:spcAft>
              <a:buSzPts val="3500"/>
              <a:buNone/>
              <a:defRPr sz="3500"/>
            </a:lvl7pPr>
            <a:lvl8pPr lvl="7" algn="ctr" rtl="0">
              <a:lnSpc>
                <a:spcPct val="115000"/>
              </a:lnSpc>
              <a:spcBef>
                <a:spcPts val="0"/>
              </a:spcBef>
              <a:spcAft>
                <a:spcPts val="0"/>
              </a:spcAft>
              <a:buSzPts val="3500"/>
              <a:buNone/>
              <a:defRPr sz="3500"/>
            </a:lvl8pPr>
            <a:lvl9pPr lvl="8" algn="ctr" rtl="0">
              <a:lnSpc>
                <a:spcPct val="115000"/>
              </a:lnSpc>
              <a:spcBef>
                <a:spcPts val="0"/>
              </a:spcBef>
              <a:spcAft>
                <a:spcPts val="0"/>
              </a:spcAft>
              <a:buSzPts val="3500"/>
              <a:buNone/>
              <a:defRPr sz="3500"/>
            </a:lvl9pPr>
          </a:lstStyle>
          <a:p>
            <a:endParaRPr/>
          </a:p>
        </p:txBody>
      </p:sp>
      <p:cxnSp>
        <p:nvCxnSpPr>
          <p:cNvPr id="95" name="Google Shape;95;p14"/>
          <p:cNvCxnSpPr/>
          <p:nvPr/>
        </p:nvCxnSpPr>
        <p:spPr>
          <a:xfrm rot="10800000">
            <a:off x="75" y="4876025"/>
            <a:ext cx="8257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CUSTOM_1_1">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flipH="1">
            <a:off x="4426725" y="2036300"/>
            <a:ext cx="3205200" cy="1477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4500"/>
              <a:buNone/>
              <a:defRPr sz="4200"/>
            </a:lvl1pPr>
            <a:lvl2pPr lvl="1" algn="r" rtl="0">
              <a:spcBef>
                <a:spcPts val="0"/>
              </a:spcBef>
              <a:spcAft>
                <a:spcPts val="0"/>
              </a:spcAft>
              <a:buSzPts val="4500"/>
              <a:buNone/>
              <a:defRPr sz="4500"/>
            </a:lvl2pPr>
            <a:lvl3pPr lvl="2" algn="r" rtl="0">
              <a:spcBef>
                <a:spcPts val="0"/>
              </a:spcBef>
              <a:spcAft>
                <a:spcPts val="0"/>
              </a:spcAft>
              <a:buSzPts val="4500"/>
              <a:buNone/>
              <a:defRPr sz="4500"/>
            </a:lvl3pPr>
            <a:lvl4pPr lvl="3" algn="r" rtl="0">
              <a:spcBef>
                <a:spcPts val="0"/>
              </a:spcBef>
              <a:spcAft>
                <a:spcPts val="0"/>
              </a:spcAft>
              <a:buSzPts val="4500"/>
              <a:buNone/>
              <a:defRPr sz="4500"/>
            </a:lvl4pPr>
            <a:lvl5pPr lvl="4" algn="r" rtl="0">
              <a:spcBef>
                <a:spcPts val="0"/>
              </a:spcBef>
              <a:spcAft>
                <a:spcPts val="0"/>
              </a:spcAft>
              <a:buSzPts val="4500"/>
              <a:buNone/>
              <a:defRPr sz="4500"/>
            </a:lvl5pPr>
            <a:lvl6pPr lvl="5" algn="r" rtl="0">
              <a:spcBef>
                <a:spcPts val="0"/>
              </a:spcBef>
              <a:spcAft>
                <a:spcPts val="0"/>
              </a:spcAft>
              <a:buSzPts val="4500"/>
              <a:buNone/>
              <a:defRPr sz="4500"/>
            </a:lvl6pPr>
            <a:lvl7pPr lvl="6" algn="r" rtl="0">
              <a:spcBef>
                <a:spcPts val="0"/>
              </a:spcBef>
              <a:spcAft>
                <a:spcPts val="0"/>
              </a:spcAft>
              <a:buSzPts val="4500"/>
              <a:buNone/>
              <a:defRPr sz="4500"/>
            </a:lvl7pPr>
            <a:lvl8pPr lvl="7" algn="r" rtl="0">
              <a:spcBef>
                <a:spcPts val="0"/>
              </a:spcBef>
              <a:spcAft>
                <a:spcPts val="0"/>
              </a:spcAft>
              <a:buSzPts val="4500"/>
              <a:buNone/>
              <a:defRPr sz="4500"/>
            </a:lvl8pPr>
            <a:lvl9pPr lvl="8" algn="r" rtl="0">
              <a:spcBef>
                <a:spcPts val="0"/>
              </a:spcBef>
              <a:spcAft>
                <a:spcPts val="0"/>
              </a:spcAft>
              <a:buSzPts val="4500"/>
              <a:buNone/>
              <a:defRPr sz="4500"/>
            </a:lvl9pPr>
          </a:lstStyle>
          <a:p>
            <a:endParaRPr/>
          </a:p>
        </p:txBody>
      </p:sp>
      <p:sp>
        <p:nvSpPr>
          <p:cNvPr id="98" name="Google Shape;98;p15"/>
          <p:cNvSpPr txBox="1">
            <a:spLocks noGrp="1"/>
          </p:cNvSpPr>
          <p:nvPr>
            <p:ph type="title" idx="2" hasCustomPrompt="1"/>
          </p:nvPr>
        </p:nvSpPr>
        <p:spPr>
          <a:xfrm flipH="1">
            <a:off x="6555825" y="1012500"/>
            <a:ext cx="1076100" cy="87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5300"/>
              <a:buNone/>
              <a:defRPr sz="4200"/>
            </a:lvl1pPr>
            <a:lvl2pPr lvl="1" algn="ctr" rtl="0">
              <a:spcBef>
                <a:spcPts val="0"/>
              </a:spcBef>
              <a:spcAft>
                <a:spcPts val="0"/>
              </a:spcAft>
              <a:buSzPts val="5300"/>
              <a:buNone/>
              <a:defRPr sz="5300"/>
            </a:lvl2pPr>
            <a:lvl3pPr lvl="2" algn="ctr" rtl="0">
              <a:spcBef>
                <a:spcPts val="0"/>
              </a:spcBef>
              <a:spcAft>
                <a:spcPts val="0"/>
              </a:spcAft>
              <a:buSzPts val="5300"/>
              <a:buNone/>
              <a:defRPr sz="5300"/>
            </a:lvl3pPr>
            <a:lvl4pPr lvl="3" algn="ctr" rtl="0">
              <a:spcBef>
                <a:spcPts val="0"/>
              </a:spcBef>
              <a:spcAft>
                <a:spcPts val="0"/>
              </a:spcAft>
              <a:buSzPts val="5300"/>
              <a:buNone/>
              <a:defRPr sz="5300"/>
            </a:lvl4pPr>
            <a:lvl5pPr lvl="4" algn="ctr" rtl="0">
              <a:spcBef>
                <a:spcPts val="0"/>
              </a:spcBef>
              <a:spcAft>
                <a:spcPts val="0"/>
              </a:spcAft>
              <a:buSzPts val="5300"/>
              <a:buNone/>
              <a:defRPr sz="5300"/>
            </a:lvl5pPr>
            <a:lvl6pPr lvl="5" algn="ctr" rtl="0">
              <a:spcBef>
                <a:spcPts val="0"/>
              </a:spcBef>
              <a:spcAft>
                <a:spcPts val="0"/>
              </a:spcAft>
              <a:buSzPts val="5300"/>
              <a:buNone/>
              <a:defRPr sz="5300"/>
            </a:lvl6pPr>
            <a:lvl7pPr lvl="6" algn="ctr" rtl="0">
              <a:spcBef>
                <a:spcPts val="0"/>
              </a:spcBef>
              <a:spcAft>
                <a:spcPts val="0"/>
              </a:spcAft>
              <a:buSzPts val="5300"/>
              <a:buNone/>
              <a:defRPr sz="5300"/>
            </a:lvl7pPr>
            <a:lvl8pPr lvl="7" algn="ctr" rtl="0">
              <a:spcBef>
                <a:spcPts val="0"/>
              </a:spcBef>
              <a:spcAft>
                <a:spcPts val="0"/>
              </a:spcAft>
              <a:buSzPts val="5300"/>
              <a:buNone/>
              <a:defRPr sz="5300"/>
            </a:lvl8pPr>
            <a:lvl9pPr lvl="8" algn="ctr" rtl="0">
              <a:spcBef>
                <a:spcPts val="0"/>
              </a:spcBef>
              <a:spcAft>
                <a:spcPts val="0"/>
              </a:spcAft>
              <a:buSzPts val="5300"/>
              <a:buNone/>
              <a:defRPr sz="5300"/>
            </a:lvl9pPr>
          </a:lstStyle>
          <a:p>
            <a:r>
              <a:t>xx%</a:t>
            </a:r>
          </a:p>
        </p:txBody>
      </p:sp>
      <p:sp>
        <p:nvSpPr>
          <p:cNvPr id="99" name="Google Shape;99;p15"/>
          <p:cNvSpPr txBox="1">
            <a:spLocks noGrp="1"/>
          </p:cNvSpPr>
          <p:nvPr>
            <p:ph type="subTitle" idx="1"/>
          </p:nvPr>
        </p:nvSpPr>
        <p:spPr>
          <a:xfrm flipH="1">
            <a:off x="4426725" y="3573275"/>
            <a:ext cx="3205200" cy="6975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1550"/>
            </a:lvl1pPr>
            <a:lvl2pPr lvl="1" algn="r" rtl="0">
              <a:lnSpc>
                <a:spcPct val="115000"/>
              </a:lnSpc>
              <a:spcBef>
                <a:spcPts val="0"/>
              </a:spcBef>
              <a:spcAft>
                <a:spcPts val="0"/>
              </a:spcAft>
              <a:buSzPts val="1850"/>
              <a:buNone/>
              <a:defRPr sz="1850"/>
            </a:lvl2pPr>
            <a:lvl3pPr lvl="2" algn="r" rtl="0">
              <a:lnSpc>
                <a:spcPct val="115000"/>
              </a:lnSpc>
              <a:spcBef>
                <a:spcPts val="0"/>
              </a:spcBef>
              <a:spcAft>
                <a:spcPts val="0"/>
              </a:spcAft>
              <a:buSzPts val="1850"/>
              <a:buNone/>
              <a:defRPr sz="1850"/>
            </a:lvl3pPr>
            <a:lvl4pPr lvl="3" algn="r" rtl="0">
              <a:lnSpc>
                <a:spcPct val="115000"/>
              </a:lnSpc>
              <a:spcBef>
                <a:spcPts val="0"/>
              </a:spcBef>
              <a:spcAft>
                <a:spcPts val="0"/>
              </a:spcAft>
              <a:buSzPts val="1850"/>
              <a:buNone/>
              <a:defRPr sz="1850"/>
            </a:lvl4pPr>
            <a:lvl5pPr lvl="4" algn="r" rtl="0">
              <a:lnSpc>
                <a:spcPct val="115000"/>
              </a:lnSpc>
              <a:spcBef>
                <a:spcPts val="0"/>
              </a:spcBef>
              <a:spcAft>
                <a:spcPts val="0"/>
              </a:spcAft>
              <a:buSzPts val="1850"/>
              <a:buNone/>
              <a:defRPr sz="1850"/>
            </a:lvl5pPr>
            <a:lvl6pPr lvl="5" algn="r" rtl="0">
              <a:lnSpc>
                <a:spcPct val="115000"/>
              </a:lnSpc>
              <a:spcBef>
                <a:spcPts val="0"/>
              </a:spcBef>
              <a:spcAft>
                <a:spcPts val="0"/>
              </a:spcAft>
              <a:buSzPts val="1850"/>
              <a:buNone/>
              <a:defRPr sz="1850"/>
            </a:lvl6pPr>
            <a:lvl7pPr lvl="6" algn="r" rtl="0">
              <a:lnSpc>
                <a:spcPct val="115000"/>
              </a:lnSpc>
              <a:spcBef>
                <a:spcPts val="0"/>
              </a:spcBef>
              <a:spcAft>
                <a:spcPts val="0"/>
              </a:spcAft>
              <a:buSzPts val="1850"/>
              <a:buNone/>
              <a:defRPr sz="1850"/>
            </a:lvl7pPr>
            <a:lvl8pPr lvl="7" algn="r" rtl="0">
              <a:lnSpc>
                <a:spcPct val="115000"/>
              </a:lnSpc>
              <a:spcBef>
                <a:spcPts val="0"/>
              </a:spcBef>
              <a:spcAft>
                <a:spcPts val="0"/>
              </a:spcAft>
              <a:buSzPts val="1850"/>
              <a:buNone/>
              <a:defRPr sz="1850"/>
            </a:lvl8pPr>
            <a:lvl9pPr lvl="8" algn="r" rtl="0">
              <a:lnSpc>
                <a:spcPct val="115000"/>
              </a:lnSpc>
              <a:spcBef>
                <a:spcPts val="0"/>
              </a:spcBef>
              <a:spcAft>
                <a:spcPts val="0"/>
              </a:spcAft>
              <a:buSzPts val="1850"/>
              <a:buNone/>
              <a:defRPr sz="1850"/>
            </a:lvl9pPr>
          </a:lstStyle>
          <a:p>
            <a:endParaRPr/>
          </a:p>
        </p:txBody>
      </p:sp>
      <p:sp>
        <p:nvSpPr>
          <p:cNvPr id="100" name="Google Shape;100;p15"/>
          <p:cNvSpPr/>
          <p:nvPr/>
        </p:nvSpPr>
        <p:spPr>
          <a:xfrm flipH="1">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1" name="Google Shape;101;p15"/>
          <p:cNvCxnSpPr/>
          <p:nvPr/>
        </p:nvCxnSpPr>
        <p:spPr>
          <a:xfrm rot="10800000">
            <a:off x="0" y="4876025"/>
            <a:ext cx="4870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umbers and text">
  <p:cSld name="CUSTOM_2">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104" name="Google Shape;104;p16"/>
          <p:cNvSpPr txBox="1">
            <a:spLocks noGrp="1"/>
          </p:cNvSpPr>
          <p:nvPr>
            <p:ph type="subTitle" idx="1"/>
          </p:nvPr>
        </p:nvSpPr>
        <p:spPr>
          <a:xfrm>
            <a:off x="713225" y="358247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5" name="Google Shape;105;p16"/>
          <p:cNvSpPr txBox="1">
            <a:spLocks noGrp="1"/>
          </p:cNvSpPr>
          <p:nvPr>
            <p:ph type="title" idx="2" hasCustomPrompt="1"/>
          </p:nvPr>
        </p:nvSpPr>
        <p:spPr>
          <a:xfrm>
            <a:off x="713225" y="1575103"/>
            <a:ext cx="2400300" cy="80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6" name="Google Shape;106;p16"/>
          <p:cNvSpPr txBox="1">
            <a:spLocks noGrp="1"/>
          </p:cNvSpPr>
          <p:nvPr>
            <p:ph type="subTitle" idx="3"/>
          </p:nvPr>
        </p:nvSpPr>
        <p:spPr>
          <a:xfrm>
            <a:off x="713225" y="2654575"/>
            <a:ext cx="2400300" cy="861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107" name="Google Shape;107;p16"/>
          <p:cNvSpPr txBox="1">
            <a:spLocks noGrp="1"/>
          </p:cNvSpPr>
          <p:nvPr>
            <p:ph type="subTitle" idx="4"/>
          </p:nvPr>
        </p:nvSpPr>
        <p:spPr>
          <a:xfrm>
            <a:off x="6030475" y="358247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8" name="Google Shape;108;p16"/>
          <p:cNvSpPr txBox="1">
            <a:spLocks noGrp="1"/>
          </p:cNvSpPr>
          <p:nvPr>
            <p:ph type="title" idx="5" hasCustomPrompt="1"/>
          </p:nvPr>
        </p:nvSpPr>
        <p:spPr>
          <a:xfrm>
            <a:off x="6030475" y="1575103"/>
            <a:ext cx="2400300" cy="80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9" name="Google Shape;109;p16"/>
          <p:cNvSpPr txBox="1">
            <a:spLocks noGrp="1"/>
          </p:cNvSpPr>
          <p:nvPr>
            <p:ph type="subTitle" idx="6"/>
          </p:nvPr>
        </p:nvSpPr>
        <p:spPr>
          <a:xfrm>
            <a:off x="6030475" y="2654575"/>
            <a:ext cx="2400300" cy="861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110" name="Google Shape;110;p16"/>
          <p:cNvSpPr txBox="1">
            <a:spLocks noGrp="1"/>
          </p:cNvSpPr>
          <p:nvPr>
            <p:ph type="subTitle" idx="7"/>
          </p:nvPr>
        </p:nvSpPr>
        <p:spPr>
          <a:xfrm>
            <a:off x="3371850" y="358247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1" name="Google Shape;111;p16"/>
          <p:cNvSpPr txBox="1">
            <a:spLocks noGrp="1"/>
          </p:cNvSpPr>
          <p:nvPr>
            <p:ph type="title" idx="8" hasCustomPrompt="1"/>
          </p:nvPr>
        </p:nvSpPr>
        <p:spPr>
          <a:xfrm>
            <a:off x="3371850" y="1575103"/>
            <a:ext cx="2400300" cy="80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2" name="Google Shape;112;p16"/>
          <p:cNvSpPr txBox="1">
            <a:spLocks noGrp="1"/>
          </p:cNvSpPr>
          <p:nvPr>
            <p:ph type="subTitle" idx="9"/>
          </p:nvPr>
        </p:nvSpPr>
        <p:spPr>
          <a:xfrm>
            <a:off x="3371850" y="2654575"/>
            <a:ext cx="2400300" cy="861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cxnSp>
        <p:nvCxnSpPr>
          <p:cNvPr id="113" name="Google Shape;113;p16"/>
          <p:cNvCxnSpPr/>
          <p:nvPr/>
        </p:nvCxnSpPr>
        <p:spPr>
          <a:xfrm rot="10800000">
            <a:off x="5035800" y="4797575"/>
            <a:ext cx="4108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and text 1">
  <p:cSld name="CUSTOM_2_1_2">
    <p:spTree>
      <p:nvGrpSpPr>
        <p:cNvPr id="1" name="Shape 114"/>
        <p:cNvGrpSpPr/>
        <p:nvPr/>
      </p:nvGrpSpPr>
      <p:grpSpPr>
        <a:xfrm>
          <a:off x="0" y="0"/>
          <a:ext cx="0" cy="0"/>
          <a:chOff x="0" y="0"/>
          <a:chExt cx="0" cy="0"/>
        </a:xfrm>
      </p:grpSpPr>
      <p:sp>
        <p:nvSpPr>
          <p:cNvPr id="115" name="Google Shape;115;p17"/>
          <p:cNvSpPr txBox="1">
            <a:spLocks noGrp="1"/>
          </p:cNvSpPr>
          <p:nvPr>
            <p:ph type="subTitle" idx="1"/>
          </p:nvPr>
        </p:nvSpPr>
        <p:spPr>
          <a:xfrm>
            <a:off x="2370900" y="1278125"/>
            <a:ext cx="4402200" cy="40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6" name="Google Shape;116;p17"/>
          <p:cNvSpPr txBox="1">
            <a:spLocks noGrp="1"/>
          </p:cNvSpPr>
          <p:nvPr>
            <p:ph type="title" hasCustomPrompt="1"/>
          </p:nvPr>
        </p:nvSpPr>
        <p:spPr>
          <a:xfrm>
            <a:off x="2370900" y="572825"/>
            <a:ext cx="4402200" cy="7389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17" name="Google Shape;117;p17"/>
          <p:cNvSpPr txBox="1">
            <a:spLocks noGrp="1"/>
          </p:cNvSpPr>
          <p:nvPr>
            <p:ph type="subTitle" idx="2"/>
          </p:nvPr>
        </p:nvSpPr>
        <p:spPr>
          <a:xfrm>
            <a:off x="2370900" y="4087875"/>
            <a:ext cx="4402200" cy="40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8" name="Google Shape;118;p17"/>
          <p:cNvSpPr txBox="1">
            <a:spLocks noGrp="1"/>
          </p:cNvSpPr>
          <p:nvPr>
            <p:ph type="title" idx="3" hasCustomPrompt="1"/>
          </p:nvPr>
        </p:nvSpPr>
        <p:spPr>
          <a:xfrm>
            <a:off x="2370900" y="3382575"/>
            <a:ext cx="4402200" cy="7389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19" name="Google Shape;119;p17"/>
          <p:cNvSpPr txBox="1">
            <a:spLocks noGrp="1"/>
          </p:cNvSpPr>
          <p:nvPr>
            <p:ph type="subTitle" idx="4"/>
          </p:nvPr>
        </p:nvSpPr>
        <p:spPr>
          <a:xfrm>
            <a:off x="2370900" y="2683000"/>
            <a:ext cx="4402200" cy="40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20" name="Google Shape;120;p17"/>
          <p:cNvSpPr txBox="1">
            <a:spLocks noGrp="1"/>
          </p:cNvSpPr>
          <p:nvPr>
            <p:ph type="title" idx="5" hasCustomPrompt="1"/>
          </p:nvPr>
        </p:nvSpPr>
        <p:spPr>
          <a:xfrm>
            <a:off x="2370900" y="1977700"/>
            <a:ext cx="4402200" cy="7389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grpSp>
        <p:nvGrpSpPr>
          <p:cNvPr id="121" name="Google Shape;121;p17"/>
          <p:cNvGrpSpPr/>
          <p:nvPr/>
        </p:nvGrpSpPr>
        <p:grpSpPr>
          <a:xfrm>
            <a:off x="711250" y="-125"/>
            <a:ext cx="7719525" cy="5143625"/>
            <a:chOff x="711250" y="-125"/>
            <a:chExt cx="7719525" cy="5143625"/>
          </a:xfrm>
        </p:grpSpPr>
        <p:cxnSp>
          <p:nvCxnSpPr>
            <p:cNvPr id="122" name="Google Shape;122;p17"/>
            <p:cNvCxnSpPr/>
            <p:nvPr/>
          </p:nvCxnSpPr>
          <p:spPr>
            <a:xfrm rot="10800000">
              <a:off x="711250" y="2191500"/>
              <a:ext cx="0" cy="2952000"/>
            </a:xfrm>
            <a:prstGeom prst="straightConnector1">
              <a:avLst/>
            </a:prstGeom>
            <a:noFill/>
            <a:ln w="9525" cap="flat" cmpd="sng">
              <a:solidFill>
                <a:schemeClr val="dk1"/>
              </a:solidFill>
              <a:prstDash val="solid"/>
              <a:round/>
              <a:headEnd type="none" w="med" len="med"/>
              <a:tailEnd type="none" w="med" len="med"/>
            </a:ln>
          </p:spPr>
        </p:cxnSp>
        <p:cxnSp>
          <p:nvCxnSpPr>
            <p:cNvPr id="123" name="Google Shape;123;p17"/>
            <p:cNvCxnSpPr/>
            <p:nvPr/>
          </p:nvCxnSpPr>
          <p:spPr>
            <a:xfrm rot="10800000">
              <a:off x="8430775" y="-125"/>
              <a:ext cx="0" cy="2191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CUSTOM_2_1_1">
    <p:spTree>
      <p:nvGrpSpPr>
        <p:cNvPr id="1" name="Shape 124"/>
        <p:cNvGrpSpPr/>
        <p:nvPr/>
      </p:nvGrpSpPr>
      <p:grpSpPr>
        <a:xfrm>
          <a:off x="0" y="0"/>
          <a:ext cx="0" cy="0"/>
          <a:chOff x="0" y="0"/>
          <a:chExt cx="0" cy="0"/>
        </a:xfrm>
      </p:grpSpPr>
      <p:sp>
        <p:nvSpPr>
          <p:cNvPr id="125" name="Google Shape;125;p18"/>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grpSp>
        <p:nvGrpSpPr>
          <p:cNvPr id="126" name="Google Shape;126;p18"/>
          <p:cNvGrpSpPr/>
          <p:nvPr/>
        </p:nvGrpSpPr>
        <p:grpSpPr>
          <a:xfrm flipH="1">
            <a:off x="0" y="4876025"/>
            <a:ext cx="9144000" cy="267600"/>
            <a:chOff x="0" y="4876025"/>
            <a:chExt cx="9144000" cy="267600"/>
          </a:xfrm>
        </p:grpSpPr>
        <p:sp>
          <p:nvSpPr>
            <p:cNvPr id="127" name="Google Shape;127;p18"/>
            <p:cNvSpPr/>
            <p:nvPr/>
          </p:nvSpPr>
          <p:spPr>
            <a:xfrm>
              <a:off x="0" y="4876025"/>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8" name="Google Shape;128;p18"/>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2">
  <p:cSld name="CUSTOM_2_1_1_2">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cxnSp>
        <p:nvCxnSpPr>
          <p:cNvPr id="131" name="Google Shape;131;p19"/>
          <p:cNvCxnSpPr/>
          <p:nvPr/>
        </p:nvCxnSpPr>
        <p:spPr>
          <a:xfrm>
            <a:off x="0" y="262400"/>
            <a:ext cx="22860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p:cSld name="CUSTOM_2_1_1_1">
    <p:spTree>
      <p:nvGrpSpPr>
        <p:cNvPr id="1" name="Shape 132"/>
        <p:cNvGrpSpPr/>
        <p:nvPr/>
      </p:nvGrpSpPr>
      <p:grpSpPr>
        <a:xfrm>
          <a:off x="0" y="0"/>
          <a:ext cx="0" cy="0"/>
          <a:chOff x="0" y="0"/>
          <a:chExt cx="0" cy="0"/>
        </a:xfrm>
      </p:grpSpPr>
      <p:grpSp>
        <p:nvGrpSpPr>
          <p:cNvPr id="133" name="Google Shape;133;p20"/>
          <p:cNvGrpSpPr/>
          <p:nvPr/>
        </p:nvGrpSpPr>
        <p:grpSpPr>
          <a:xfrm>
            <a:off x="0" y="0"/>
            <a:ext cx="9144075" cy="5143500"/>
            <a:chOff x="0" y="0"/>
            <a:chExt cx="9144075" cy="5143500"/>
          </a:xfrm>
        </p:grpSpPr>
        <p:sp>
          <p:nvSpPr>
            <p:cNvPr id="134" name="Google Shape;134;p20"/>
            <p:cNvSpPr/>
            <p:nvPr/>
          </p:nvSpPr>
          <p:spPr>
            <a:xfrm>
              <a:off x="4185975" y="4426700"/>
              <a:ext cx="49581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0"/>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20"/>
          <p:cNvSpPr txBox="1">
            <a:spLocks noGrp="1"/>
          </p:cNvSpPr>
          <p:nvPr>
            <p:ph type="title"/>
          </p:nvPr>
        </p:nvSpPr>
        <p:spPr>
          <a:xfrm>
            <a:off x="4035075" y="1441250"/>
            <a:ext cx="3428100" cy="1185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9200"/>
              <a:buNone/>
              <a:defRPr sz="6500"/>
            </a:lvl1pPr>
            <a:lvl2pPr lvl="1" rtl="0">
              <a:spcBef>
                <a:spcPts val="0"/>
              </a:spcBef>
              <a:spcAft>
                <a:spcPts val="0"/>
              </a:spcAft>
              <a:buSzPts val="9200"/>
              <a:buNone/>
              <a:defRPr sz="9200"/>
            </a:lvl2pPr>
            <a:lvl3pPr lvl="2" rtl="0">
              <a:spcBef>
                <a:spcPts val="0"/>
              </a:spcBef>
              <a:spcAft>
                <a:spcPts val="0"/>
              </a:spcAft>
              <a:buSzPts val="9200"/>
              <a:buNone/>
              <a:defRPr sz="9200"/>
            </a:lvl3pPr>
            <a:lvl4pPr lvl="3" rtl="0">
              <a:spcBef>
                <a:spcPts val="0"/>
              </a:spcBef>
              <a:spcAft>
                <a:spcPts val="0"/>
              </a:spcAft>
              <a:buSzPts val="9200"/>
              <a:buNone/>
              <a:defRPr sz="9200"/>
            </a:lvl4pPr>
            <a:lvl5pPr lvl="4" rtl="0">
              <a:spcBef>
                <a:spcPts val="0"/>
              </a:spcBef>
              <a:spcAft>
                <a:spcPts val="0"/>
              </a:spcAft>
              <a:buSzPts val="9200"/>
              <a:buNone/>
              <a:defRPr sz="9200"/>
            </a:lvl5pPr>
            <a:lvl6pPr lvl="5" rtl="0">
              <a:spcBef>
                <a:spcPts val="0"/>
              </a:spcBef>
              <a:spcAft>
                <a:spcPts val="0"/>
              </a:spcAft>
              <a:buSzPts val="9200"/>
              <a:buNone/>
              <a:defRPr sz="9200"/>
            </a:lvl6pPr>
            <a:lvl7pPr lvl="6" rtl="0">
              <a:spcBef>
                <a:spcPts val="0"/>
              </a:spcBef>
              <a:spcAft>
                <a:spcPts val="0"/>
              </a:spcAft>
              <a:buSzPts val="9200"/>
              <a:buNone/>
              <a:defRPr sz="9200"/>
            </a:lvl7pPr>
            <a:lvl8pPr lvl="7" rtl="0">
              <a:spcBef>
                <a:spcPts val="0"/>
              </a:spcBef>
              <a:spcAft>
                <a:spcPts val="0"/>
              </a:spcAft>
              <a:buSzPts val="9200"/>
              <a:buNone/>
              <a:defRPr sz="9200"/>
            </a:lvl8pPr>
            <a:lvl9pPr lvl="8" rtl="0">
              <a:spcBef>
                <a:spcPts val="0"/>
              </a:spcBef>
              <a:spcAft>
                <a:spcPts val="0"/>
              </a:spcAft>
              <a:buSzPts val="9200"/>
              <a:buNone/>
              <a:defRPr sz="9200"/>
            </a:lvl9pPr>
          </a:lstStyle>
          <a:p>
            <a:endParaRPr/>
          </a:p>
        </p:txBody>
      </p:sp>
      <p:sp>
        <p:nvSpPr>
          <p:cNvPr id="137" name="Google Shape;137;p20"/>
          <p:cNvSpPr txBox="1">
            <a:spLocks noGrp="1"/>
          </p:cNvSpPr>
          <p:nvPr>
            <p:ph type="subTitle" idx="1"/>
          </p:nvPr>
        </p:nvSpPr>
        <p:spPr>
          <a:xfrm>
            <a:off x="4035075" y="2568000"/>
            <a:ext cx="3428100" cy="972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1550"/>
            </a:lvl1pPr>
            <a:lvl2pPr lvl="1" algn="ctr" rtl="0">
              <a:lnSpc>
                <a:spcPct val="115000"/>
              </a:lnSpc>
              <a:spcBef>
                <a:spcPts val="0"/>
              </a:spcBef>
              <a:spcAft>
                <a:spcPts val="0"/>
              </a:spcAft>
              <a:buSzPts val="1850"/>
              <a:buNone/>
              <a:defRPr sz="1850"/>
            </a:lvl2pPr>
            <a:lvl3pPr lvl="2" algn="ctr" rtl="0">
              <a:lnSpc>
                <a:spcPct val="115000"/>
              </a:lnSpc>
              <a:spcBef>
                <a:spcPts val="0"/>
              </a:spcBef>
              <a:spcAft>
                <a:spcPts val="0"/>
              </a:spcAft>
              <a:buSzPts val="1850"/>
              <a:buNone/>
              <a:defRPr sz="1850"/>
            </a:lvl3pPr>
            <a:lvl4pPr lvl="3" algn="ctr" rtl="0">
              <a:lnSpc>
                <a:spcPct val="115000"/>
              </a:lnSpc>
              <a:spcBef>
                <a:spcPts val="0"/>
              </a:spcBef>
              <a:spcAft>
                <a:spcPts val="0"/>
              </a:spcAft>
              <a:buSzPts val="1850"/>
              <a:buNone/>
              <a:defRPr sz="1850"/>
            </a:lvl4pPr>
            <a:lvl5pPr lvl="4" algn="ctr" rtl="0">
              <a:lnSpc>
                <a:spcPct val="115000"/>
              </a:lnSpc>
              <a:spcBef>
                <a:spcPts val="0"/>
              </a:spcBef>
              <a:spcAft>
                <a:spcPts val="0"/>
              </a:spcAft>
              <a:buSzPts val="1850"/>
              <a:buNone/>
              <a:defRPr sz="1850"/>
            </a:lvl5pPr>
            <a:lvl6pPr lvl="5" algn="ctr" rtl="0">
              <a:lnSpc>
                <a:spcPct val="115000"/>
              </a:lnSpc>
              <a:spcBef>
                <a:spcPts val="0"/>
              </a:spcBef>
              <a:spcAft>
                <a:spcPts val="0"/>
              </a:spcAft>
              <a:buSzPts val="1850"/>
              <a:buNone/>
              <a:defRPr sz="1850"/>
            </a:lvl6pPr>
            <a:lvl7pPr lvl="6" algn="ctr" rtl="0">
              <a:lnSpc>
                <a:spcPct val="115000"/>
              </a:lnSpc>
              <a:spcBef>
                <a:spcPts val="0"/>
              </a:spcBef>
              <a:spcAft>
                <a:spcPts val="0"/>
              </a:spcAft>
              <a:buSzPts val="1850"/>
              <a:buNone/>
              <a:defRPr sz="1850"/>
            </a:lvl7pPr>
            <a:lvl8pPr lvl="7" algn="ctr" rtl="0">
              <a:lnSpc>
                <a:spcPct val="115000"/>
              </a:lnSpc>
              <a:spcBef>
                <a:spcPts val="0"/>
              </a:spcBef>
              <a:spcAft>
                <a:spcPts val="0"/>
              </a:spcAft>
              <a:buSzPts val="1850"/>
              <a:buNone/>
              <a:defRPr sz="1850"/>
            </a:lvl8pPr>
            <a:lvl9pPr lvl="8" algn="ctr" rtl="0">
              <a:lnSpc>
                <a:spcPct val="115000"/>
              </a:lnSpc>
              <a:spcBef>
                <a:spcPts val="0"/>
              </a:spcBef>
              <a:spcAft>
                <a:spcPts val="0"/>
              </a:spcAft>
              <a:buSzPts val="1850"/>
              <a:buNone/>
              <a:defRPr sz="1850"/>
            </a:lvl9pPr>
          </a:lstStyle>
          <a:p>
            <a:endParaRPr/>
          </a:p>
        </p:txBody>
      </p:sp>
      <p:grpSp>
        <p:nvGrpSpPr>
          <p:cNvPr id="138" name="Google Shape;138;p20"/>
          <p:cNvGrpSpPr/>
          <p:nvPr/>
        </p:nvGrpSpPr>
        <p:grpSpPr>
          <a:xfrm>
            <a:off x="150" y="539500"/>
            <a:ext cx="8430625" cy="4604000"/>
            <a:chOff x="150" y="539500"/>
            <a:chExt cx="8430625" cy="4604000"/>
          </a:xfrm>
        </p:grpSpPr>
        <p:cxnSp>
          <p:nvCxnSpPr>
            <p:cNvPr id="139" name="Google Shape;139;p20"/>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40" name="Google Shape;140;p20"/>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1">
  <p:cSld name="CUSTOM_11">
    <p:spTree>
      <p:nvGrpSpPr>
        <p:cNvPr id="1" name="Shape 141"/>
        <p:cNvGrpSpPr/>
        <p:nvPr/>
      </p:nvGrpSpPr>
      <p:grpSpPr>
        <a:xfrm>
          <a:off x="0" y="0"/>
          <a:ext cx="0" cy="0"/>
          <a:chOff x="0" y="0"/>
          <a:chExt cx="0" cy="0"/>
        </a:xfrm>
      </p:grpSpPr>
      <p:sp>
        <p:nvSpPr>
          <p:cNvPr id="142" name="Google Shape;142;p21"/>
          <p:cNvSpPr txBox="1">
            <a:spLocks noGrp="1"/>
          </p:cNvSpPr>
          <p:nvPr>
            <p:ph type="body" idx="1"/>
          </p:nvPr>
        </p:nvSpPr>
        <p:spPr>
          <a:xfrm>
            <a:off x="1691100" y="1759300"/>
            <a:ext cx="5761800" cy="20925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dk2"/>
              </a:buClr>
              <a:buSzPts val="1400"/>
              <a:buFont typeface="Red Hat Display"/>
              <a:buChar char="■"/>
              <a:defRPr/>
            </a:lvl1pPr>
            <a:lvl2pPr marL="914400" lvl="1" indent="-317500" rtl="0">
              <a:spcBef>
                <a:spcPts val="1600"/>
              </a:spcBef>
              <a:spcAft>
                <a:spcPts val="0"/>
              </a:spcAft>
              <a:buClr>
                <a:srgbClr val="FFFFFF"/>
              </a:buClr>
              <a:buSzPts val="1400"/>
              <a:buFont typeface="Red Hat Display"/>
              <a:buChar char="○"/>
              <a:defRPr/>
            </a:lvl2pPr>
            <a:lvl3pPr marL="1371600" lvl="2" indent="-317500" rtl="0">
              <a:spcBef>
                <a:spcPts val="1600"/>
              </a:spcBef>
              <a:spcAft>
                <a:spcPts val="0"/>
              </a:spcAft>
              <a:buClr>
                <a:srgbClr val="FFFFFF"/>
              </a:buClr>
              <a:buSzPts val="1400"/>
              <a:buFont typeface="Red Hat Display"/>
              <a:buChar char="■"/>
              <a:defRPr/>
            </a:lvl3pPr>
            <a:lvl4pPr marL="1828800" lvl="3" indent="-317500" rtl="0">
              <a:spcBef>
                <a:spcPts val="1600"/>
              </a:spcBef>
              <a:spcAft>
                <a:spcPts val="0"/>
              </a:spcAft>
              <a:buClr>
                <a:srgbClr val="FFFFFF"/>
              </a:buClr>
              <a:buSzPts val="1400"/>
              <a:buFont typeface="Red Hat Display"/>
              <a:buChar char="●"/>
              <a:defRPr/>
            </a:lvl4pPr>
            <a:lvl5pPr marL="2286000" lvl="4" indent="-317500" rtl="0">
              <a:spcBef>
                <a:spcPts val="1600"/>
              </a:spcBef>
              <a:spcAft>
                <a:spcPts val="0"/>
              </a:spcAft>
              <a:buClr>
                <a:srgbClr val="FFFFFF"/>
              </a:buClr>
              <a:buSzPts val="1400"/>
              <a:buFont typeface="Red Hat Display"/>
              <a:buChar char="○"/>
              <a:defRPr/>
            </a:lvl5pPr>
            <a:lvl6pPr marL="2743200" lvl="5" indent="-317500" rtl="0">
              <a:spcBef>
                <a:spcPts val="1600"/>
              </a:spcBef>
              <a:spcAft>
                <a:spcPts val="0"/>
              </a:spcAft>
              <a:buClr>
                <a:srgbClr val="FFFFFF"/>
              </a:buClr>
              <a:buSzPts val="1400"/>
              <a:buFont typeface="Red Hat Display"/>
              <a:buChar char="■"/>
              <a:defRPr/>
            </a:lvl6pPr>
            <a:lvl7pPr marL="3200400" lvl="6" indent="-317500" rtl="0">
              <a:spcBef>
                <a:spcPts val="1600"/>
              </a:spcBef>
              <a:spcAft>
                <a:spcPts val="0"/>
              </a:spcAft>
              <a:buClr>
                <a:srgbClr val="FFFFFF"/>
              </a:buClr>
              <a:buSzPts val="1400"/>
              <a:buFont typeface="Red Hat Display"/>
              <a:buChar char="●"/>
              <a:defRPr/>
            </a:lvl7pPr>
            <a:lvl8pPr marL="3657600" lvl="7" indent="-317500" rtl="0">
              <a:spcBef>
                <a:spcPts val="1600"/>
              </a:spcBef>
              <a:spcAft>
                <a:spcPts val="0"/>
              </a:spcAft>
              <a:buClr>
                <a:srgbClr val="FFFFFF"/>
              </a:buClr>
              <a:buSzPts val="1400"/>
              <a:buFont typeface="Red Hat Display"/>
              <a:buChar char="○"/>
              <a:defRPr/>
            </a:lvl8pPr>
            <a:lvl9pPr marL="4114800" lvl="8" indent="-317500" rtl="0">
              <a:spcBef>
                <a:spcPts val="1600"/>
              </a:spcBef>
              <a:spcAft>
                <a:spcPts val="1600"/>
              </a:spcAft>
              <a:buClr>
                <a:srgbClr val="FFFFFF"/>
              </a:buClr>
              <a:buSzPts val="1400"/>
              <a:buFont typeface="Red Hat Display"/>
              <a:buChar char="■"/>
              <a:defRPr/>
            </a:lvl9pPr>
          </a:lstStyle>
          <a:p>
            <a:endParaRPr/>
          </a:p>
        </p:txBody>
      </p:sp>
      <p:sp>
        <p:nvSpPr>
          <p:cNvPr id="143" name="Google Shape;143;p21"/>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44" name="Google Shape;144;p21"/>
          <p:cNvSpPr/>
          <p:nvPr/>
        </p:nvSpPr>
        <p:spPr>
          <a:xfrm flipH="1">
            <a:off x="0" y="4875900"/>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 name="Google Shape;145;p21"/>
          <p:cNvGrpSpPr/>
          <p:nvPr/>
        </p:nvGrpSpPr>
        <p:grpSpPr>
          <a:xfrm>
            <a:off x="276825" y="267475"/>
            <a:ext cx="8860200" cy="4876025"/>
            <a:chOff x="276825" y="267475"/>
            <a:chExt cx="8860200" cy="4876025"/>
          </a:xfrm>
        </p:grpSpPr>
        <p:cxnSp>
          <p:nvCxnSpPr>
            <p:cNvPr id="146" name="Google Shape;146;p21"/>
            <p:cNvCxnSpPr/>
            <p:nvPr/>
          </p:nvCxnSpPr>
          <p:spPr>
            <a:xfrm rot="10800000">
              <a:off x="276825" y="257190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147" name="Google Shape;147;p21"/>
            <p:cNvCxnSpPr/>
            <p:nvPr/>
          </p:nvCxnSpPr>
          <p:spPr>
            <a:xfrm>
              <a:off x="4565025" y="267475"/>
              <a:ext cx="4572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2">
  <p:cSld name="CUSTOM_2_1_1_1_1_1">
    <p:spTree>
      <p:nvGrpSpPr>
        <p:cNvPr id="1" name="Shape 148"/>
        <p:cNvGrpSpPr/>
        <p:nvPr/>
      </p:nvGrpSpPr>
      <p:grpSpPr>
        <a:xfrm>
          <a:off x="0" y="0"/>
          <a:ext cx="0" cy="0"/>
          <a:chOff x="0" y="0"/>
          <a:chExt cx="0" cy="0"/>
        </a:xfrm>
      </p:grpSpPr>
      <p:sp>
        <p:nvSpPr>
          <p:cNvPr id="149" name="Google Shape;149;p22"/>
          <p:cNvSpPr txBox="1">
            <a:spLocks noGrp="1"/>
          </p:cNvSpPr>
          <p:nvPr>
            <p:ph type="title"/>
          </p:nvPr>
        </p:nvSpPr>
        <p:spPr>
          <a:xfrm>
            <a:off x="948325" y="1409875"/>
            <a:ext cx="4863300" cy="661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50" name="Google Shape;150;p22"/>
          <p:cNvSpPr txBox="1">
            <a:spLocks noGrp="1"/>
          </p:cNvSpPr>
          <p:nvPr>
            <p:ph type="subTitle" idx="1"/>
          </p:nvPr>
        </p:nvSpPr>
        <p:spPr>
          <a:xfrm>
            <a:off x="948325" y="2172700"/>
            <a:ext cx="4863300" cy="1519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400"/>
              <a:buChar char="■"/>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endParaRPr/>
          </a:p>
        </p:txBody>
      </p:sp>
      <p:sp>
        <p:nvSpPr>
          <p:cNvPr id="151" name="Google Shape;151;p22"/>
          <p:cNvSpPr/>
          <p:nvPr/>
        </p:nvSpPr>
        <p:spPr>
          <a:xfrm rot="10800000" flipH="1">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 name="Google Shape;152;p22"/>
          <p:cNvGrpSpPr/>
          <p:nvPr/>
        </p:nvGrpSpPr>
        <p:grpSpPr>
          <a:xfrm rot="10800000" flipH="1">
            <a:off x="-55375" y="0"/>
            <a:ext cx="9199250" cy="4604000"/>
            <a:chOff x="-55375" y="539500"/>
            <a:chExt cx="9199250" cy="4604000"/>
          </a:xfrm>
        </p:grpSpPr>
        <p:cxnSp>
          <p:nvCxnSpPr>
            <p:cNvPr id="153" name="Google Shape;153;p22"/>
            <p:cNvCxnSpPr/>
            <p:nvPr/>
          </p:nvCxnSpPr>
          <p:spPr>
            <a:xfrm>
              <a:off x="-55375" y="4608575"/>
              <a:ext cx="4571700" cy="0"/>
            </a:xfrm>
            <a:prstGeom prst="straightConnector1">
              <a:avLst/>
            </a:prstGeom>
            <a:noFill/>
            <a:ln w="9525" cap="flat" cmpd="sng">
              <a:solidFill>
                <a:schemeClr val="dk1"/>
              </a:solidFill>
              <a:prstDash val="solid"/>
              <a:round/>
              <a:headEnd type="none" w="med" len="med"/>
              <a:tailEnd type="none" w="med" len="med"/>
            </a:ln>
          </p:spPr>
        </p:cxnSp>
        <p:cxnSp>
          <p:nvCxnSpPr>
            <p:cNvPr id="154" name="Google Shape;154;p22"/>
            <p:cNvCxnSpPr/>
            <p:nvPr/>
          </p:nvCxnSpPr>
          <p:spPr>
            <a:xfrm>
              <a:off x="4585075" y="539500"/>
              <a:ext cx="4558800" cy="0"/>
            </a:xfrm>
            <a:prstGeom prst="straightConnector1">
              <a:avLst/>
            </a:prstGeom>
            <a:noFill/>
            <a:ln w="9525" cap="flat" cmpd="sng">
              <a:solidFill>
                <a:schemeClr val="dk1"/>
              </a:solidFill>
              <a:prstDash val="solid"/>
              <a:round/>
              <a:headEnd type="none" w="med" len="med"/>
              <a:tailEnd type="none" w="med" len="med"/>
            </a:ln>
          </p:spPr>
        </p:cxnSp>
        <p:cxnSp>
          <p:nvCxnSpPr>
            <p:cNvPr id="155" name="Google Shape;155;p2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3">
  <p:cSld name="CUSTOM_2_1_1_1_1_1_1">
    <p:spTree>
      <p:nvGrpSpPr>
        <p:cNvPr id="1" name="Shape 156"/>
        <p:cNvGrpSpPr/>
        <p:nvPr/>
      </p:nvGrpSpPr>
      <p:grpSpPr>
        <a:xfrm>
          <a:off x="0" y="0"/>
          <a:ext cx="0" cy="0"/>
          <a:chOff x="0" y="0"/>
          <a:chExt cx="0" cy="0"/>
        </a:xfrm>
      </p:grpSpPr>
      <p:sp>
        <p:nvSpPr>
          <p:cNvPr id="157" name="Google Shape;157;p23"/>
          <p:cNvSpPr txBox="1">
            <a:spLocks noGrp="1"/>
          </p:cNvSpPr>
          <p:nvPr>
            <p:ph type="title"/>
          </p:nvPr>
        </p:nvSpPr>
        <p:spPr>
          <a:xfrm>
            <a:off x="1262175" y="1405950"/>
            <a:ext cx="2630100" cy="1139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58" name="Google Shape;158;p23"/>
          <p:cNvSpPr txBox="1">
            <a:spLocks noGrp="1"/>
          </p:cNvSpPr>
          <p:nvPr>
            <p:ph type="subTitle" idx="1"/>
          </p:nvPr>
        </p:nvSpPr>
        <p:spPr>
          <a:xfrm>
            <a:off x="1262175" y="2545038"/>
            <a:ext cx="2630100" cy="114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59" name="Google Shape;159;p23"/>
          <p:cNvSpPr/>
          <p:nvPr/>
        </p:nvSpPr>
        <p:spPr>
          <a:xfrm rot="10800000">
            <a:off x="125" y="0"/>
            <a:ext cx="716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 name="Google Shape;160;p23"/>
          <p:cNvGrpSpPr/>
          <p:nvPr/>
        </p:nvGrpSpPr>
        <p:grpSpPr>
          <a:xfrm rot="10800000">
            <a:off x="0" y="363100"/>
            <a:ext cx="8860200" cy="4780400"/>
            <a:chOff x="283800" y="0"/>
            <a:chExt cx="8860200" cy="4780400"/>
          </a:xfrm>
        </p:grpSpPr>
        <p:cxnSp>
          <p:nvCxnSpPr>
            <p:cNvPr id="161" name="Google Shape;161;p23"/>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62" name="Google Shape;162;p23"/>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4">
  <p:cSld name="CUSTOM_2_1_1_1_1_1_1_1">
    <p:spTree>
      <p:nvGrpSpPr>
        <p:cNvPr id="1" name="Shape 163"/>
        <p:cNvGrpSpPr/>
        <p:nvPr/>
      </p:nvGrpSpPr>
      <p:grpSpPr>
        <a:xfrm>
          <a:off x="0" y="0"/>
          <a:ext cx="0" cy="0"/>
          <a:chOff x="0" y="0"/>
          <a:chExt cx="0" cy="0"/>
        </a:xfrm>
      </p:grpSpPr>
      <p:sp>
        <p:nvSpPr>
          <p:cNvPr id="164" name="Google Shape;164;p24"/>
          <p:cNvSpPr txBox="1">
            <a:spLocks noGrp="1"/>
          </p:cNvSpPr>
          <p:nvPr>
            <p:ph type="title"/>
          </p:nvPr>
        </p:nvSpPr>
        <p:spPr>
          <a:xfrm>
            <a:off x="4746788" y="1405950"/>
            <a:ext cx="2630100" cy="1139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100"/>
              <a:buNone/>
              <a:defRPr/>
            </a:lvl1pPr>
            <a:lvl2pPr lvl="1" algn="r" rtl="0">
              <a:spcBef>
                <a:spcPts val="0"/>
              </a:spcBef>
              <a:spcAft>
                <a:spcPts val="0"/>
              </a:spcAft>
              <a:buSzPts val="3100"/>
              <a:buNone/>
              <a:defRPr/>
            </a:lvl2pPr>
            <a:lvl3pPr lvl="2" algn="r" rtl="0">
              <a:spcBef>
                <a:spcPts val="0"/>
              </a:spcBef>
              <a:spcAft>
                <a:spcPts val="0"/>
              </a:spcAft>
              <a:buSzPts val="3100"/>
              <a:buNone/>
              <a:defRPr/>
            </a:lvl3pPr>
            <a:lvl4pPr lvl="3" algn="r" rtl="0">
              <a:spcBef>
                <a:spcPts val="0"/>
              </a:spcBef>
              <a:spcAft>
                <a:spcPts val="0"/>
              </a:spcAft>
              <a:buSzPts val="3100"/>
              <a:buNone/>
              <a:defRPr/>
            </a:lvl4pPr>
            <a:lvl5pPr lvl="4" algn="r" rtl="0">
              <a:spcBef>
                <a:spcPts val="0"/>
              </a:spcBef>
              <a:spcAft>
                <a:spcPts val="0"/>
              </a:spcAft>
              <a:buSzPts val="3100"/>
              <a:buNone/>
              <a:defRPr/>
            </a:lvl5pPr>
            <a:lvl6pPr lvl="5" algn="r" rtl="0">
              <a:spcBef>
                <a:spcPts val="0"/>
              </a:spcBef>
              <a:spcAft>
                <a:spcPts val="0"/>
              </a:spcAft>
              <a:buSzPts val="3100"/>
              <a:buNone/>
              <a:defRPr/>
            </a:lvl6pPr>
            <a:lvl7pPr lvl="6" algn="r" rtl="0">
              <a:spcBef>
                <a:spcPts val="0"/>
              </a:spcBef>
              <a:spcAft>
                <a:spcPts val="0"/>
              </a:spcAft>
              <a:buSzPts val="3100"/>
              <a:buNone/>
              <a:defRPr/>
            </a:lvl7pPr>
            <a:lvl8pPr lvl="7" algn="r" rtl="0">
              <a:spcBef>
                <a:spcPts val="0"/>
              </a:spcBef>
              <a:spcAft>
                <a:spcPts val="0"/>
              </a:spcAft>
              <a:buSzPts val="3100"/>
              <a:buNone/>
              <a:defRPr/>
            </a:lvl8pPr>
            <a:lvl9pPr lvl="8" algn="r" rtl="0">
              <a:spcBef>
                <a:spcPts val="0"/>
              </a:spcBef>
              <a:spcAft>
                <a:spcPts val="0"/>
              </a:spcAft>
              <a:buSzPts val="3100"/>
              <a:buNone/>
              <a:defRPr/>
            </a:lvl9pPr>
          </a:lstStyle>
          <a:p>
            <a:endParaRPr/>
          </a:p>
        </p:txBody>
      </p:sp>
      <p:sp>
        <p:nvSpPr>
          <p:cNvPr id="165" name="Google Shape;165;p24"/>
          <p:cNvSpPr txBox="1">
            <a:spLocks noGrp="1"/>
          </p:cNvSpPr>
          <p:nvPr>
            <p:ph type="subTitle" idx="1"/>
          </p:nvPr>
        </p:nvSpPr>
        <p:spPr>
          <a:xfrm>
            <a:off x="4746788" y="2545038"/>
            <a:ext cx="2630100" cy="11436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a:lvl1pPr>
            <a:lvl2pPr lvl="1" algn="r" rtl="0">
              <a:lnSpc>
                <a:spcPct val="115000"/>
              </a:lnSpc>
              <a:spcBef>
                <a:spcPts val="0"/>
              </a:spcBef>
              <a:spcAft>
                <a:spcPts val="0"/>
              </a:spcAft>
              <a:buSzPts val="1400"/>
              <a:buNone/>
              <a:defRPr/>
            </a:lvl2pPr>
            <a:lvl3pPr lvl="2" algn="r" rtl="0">
              <a:lnSpc>
                <a:spcPct val="115000"/>
              </a:lnSpc>
              <a:spcBef>
                <a:spcPts val="0"/>
              </a:spcBef>
              <a:spcAft>
                <a:spcPts val="0"/>
              </a:spcAft>
              <a:buSzPts val="1400"/>
              <a:buNone/>
              <a:defRPr/>
            </a:lvl3pPr>
            <a:lvl4pPr lvl="3" algn="r" rtl="0">
              <a:lnSpc>
                <a:spcPct val="115000"/>
              </a:lnSpc>
              <a:spcBef>
                <a:spcPts val="0"/>
              </a:spcBef>
              <a:spcAft>
                <a:spcPts val="0"/>
              </a:spcAft>
              <a:buSzPts val="1400"/>
              <a:buNone/>
              <a:defRPr/>
            </a:lvl4pPr>
            <a:lvl5pPr lvl="4" algn="r" rtl="0">
              <a:lnSpc>
                <a:spcPct val="115000"/>
              </a:lnSpc>
              <a:spcBef>
                <a:spcPts val="0"/>
              </a:spcBef>
              <a:spcAft>
                <a:spcPts val="0"/>
              </a:spcAft>
              <a:buSzPts val="1400"/>
              <a:buNone/>
              <a:defRPr/>
            </a:lvl5pPr>
            <a:lvl6pPr lvl="5" algn="r" rtl="0">
              <a:lnSpc>
                <a:spcPct val="115000"/>
              </a:lnSpc>
              <a:spcBef>
                <a:spcPts val="0"/>
              </a:spcBef>
              <a:spcAft>
                <a:spcPts val="0"/>
              </a:spcAft>
              <a:buSzPts val="1400"/>
              <a:buNone/>
              <a:defRPr/>
            </a:lvl6pPr>
            <a:lvl7pPr lvl="6" algn="r" rtl="0">
              <a:lnSpc>
                <a:spcPct val="115000"/>
              </a:lnSpc>
              <a:spcBef>
                <a:spcPts val="0"/>
              </a:spcBef>
              <a:spcAft>
                <a:spcPts val="0"/>
              </a:spcAft>
              <a:buSzPts val="1400"/>
              <a:buNone/>
              <a:defRPr/>
            </a:lvl7pPr>
            <a:lvl8pPr lvl="7" algn="r" rtl="0">
              <a:lnSpc>
                <a:spcPct val="115000"/>
              </a:lnSpc>
              <a:spcBef>
                <a:spcPts val="0"/>
              </a:spcBef>
              <a:spcAft>
                <a:spcPts val="0"/>
              </a:spcAft>
              <a:buSzPts val="1400"/>
              <a:buNone/>
              <a:defRPr/>
            </a:lvl8pPr>
            <a:lvl9pPr lvl="8" algn="r" rtl="0">
              <a:lnSpc>
                <a:spcPct val="115000"/>
              </a:lnSpc>
              <a:spcBef>
                <a:spcPts val="0"/>
              </a:spcBef>
              <a:spcAft>
                <a:spcPts val="0"/>
              </a:spcAft>
              <a:buSzPts val="1400"/>
              <a:buNone/>
              <a:defRPr/>
            </a:lvl9pPr>
          </a:lstStyle>
          <a:p>
            <a:endParaRPr/>
          </a:p>
        </p:txBody>
      </p:sp>
      <p:grpSp>
        <p:nvGrpSpPr>
          <p:cNvPr id="166" name="Google Shape;166;p24"/>
          <p:cNvGrpSpPr/>
          <p:nvPr/>
        </p:nvGrpSpPr>
        <p:grpSpPr>
          <a:xfrm flipH="1">
            <a:off x="0" y="0"/>
            <a:ext cx="9144075" cy="5143500"/>
            <a:chOff x="0" y="0"/>
            <a:chExt cx="9144075" cy="5143500"/>
          </a:xfrm>
        </p:grpSpPr>
        <p:grpSp>
          <p:nvGrpSpPr>
            <p:cNvPr id="167" name="Google Shape;167;p24"/>
            <p:cNvGrpSpPr/>
            <p:nvPr/>
          </p:nvGrpSpPr>
          <p:grpSpPr>
            <a:xfrm>
              <a:off x="0" y="0"/>
              <a:ext cx="9144075" cy="5143500"/>
              <a:chOff x="0" y="0"/>
              <a:chExt cx="9144075" cy="5143500"/>
            </a:xfrm>
          </p:grpSpPr>
          <p:sp>
            <p:nvSpPr>
              <p:cNvPr id="168" name="Google Shape;168;p24"/>
              <p:cNvSpPr/>
              <p:nvPr/>
            </p:nvSpPr>
            <p:spPr>
              <a:xfrm>
                <a:off x="4185975" y="4608575"/>
                <a:ext cx="4958100" cy="529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4"/>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 name="Google Shape;170;p24"/>
            <p:cNvGrpSpPr/>
            <p:nvPr/>
          </p:nvGrpSpPr>
          <p:grpSpPr>
            <a:xfrm>
              <a:off x="150" y="539500"/>
              <a:ext cx="8430625" cy="4604000"/>
              <a:chOff x="150" y="539500"/>
              <a:chExt cx="8430625" cy="4604000"/>
            </a:xfrm>
          </p:grpSpPr>
          <p:cxnSp>
            <p:nvCxnSpPr>
              <p:cNvPr id="171" name="Google Shape;171;p24"/>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72" name="Google Shape;172;p24"/>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1">
  <p:cSld name="CUSTOM_3">
    <p:spTree>
      <p:nvGrpSpPr>
        <p:cNvPr id="1" name="Shape 173"/>
        <p:cNvGrpSpPr/>
        <p:nvPr/>
      </p:nvGrpSpPr>
      <p:grpSpPr>
        <a:xfrm>
          <a:off x="0" y="0"/>
          <a:ext cx="0" cy="0"/>
          <a:chOff x="0" y="0"/>
          <a:chExt cx="0" cy="0"/>
        </a:xfrm>
      </p:grpSpPr>
      <p:sp>
        <p:nvSpPr>
          <p:cNvPr id="174" name="Google Shape;174;p25"/>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175" name="Google Shape;175;p25"/>
          <p:cNvSpPr txBox="1">
            <a:spLocks noGrp="1"/>
          </p:cNvSpPr>
          <p:nvPr>
            <p:ph type="body" idx="1"/>
          </p:nvPr>
        </p:nvSpPr>
        <p:spPr>
          <a:xfrm>
            <a:off x="713225" y="1682875"/>
            <a:ext cx="3780900" cy="2734800"/>
          </a:xfrm>
          <a:prstGeom prst="rect">
            <a:avLst/>
          </a:prstGeom>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Char char="■"/>
              <a:defRPr/>
            </a:lvl1pPr>
            <a:lvl2pPr marL="914400" lvl="1" indent="-317500" rtl="0">
              <a:lnSpc>
                <a:spcPct val="115000"/>
              </a:lnSpc>
              <a:spcBef>
                <a:spcPts val="0"/>
              </a:spcBef>
              <a:spcAft>
                <a:spcPts val="0"/>
              </a:spcAft>
              <a:buSzPts val="1400"/>
              <a:buFont typeface="Chivo"/>
              <a:buChar char="○"/>
              <a:defRPr/>
            </a:lvl2pPr>
            <a:lvl3pPr marL="1371600" lvl="2" indent="-317500" rtl="0">
              <a:lnSpc>
                <a:spcPct val="115000"/>
              </a:lnSpc>
              <a:spcBef>
                <a:spcPts val="1600"/>
              </a:spcBef>
              <a:spcAft>
                <a:spcPts val="0"/>
              </a:spcAft>
              <a:buSzPts val="1400"/>
              <a:buFont typeface="Chivo"/>
              <a:buChar char="■"/>
              <a:defRPr/>
            </a:lvl3pPr>
            <a:lvl4pPr marL="1828800" lvl="3" indent="-317500" rtl="0">
              <a:lnSpc>
                <a:spcPct val="115000"/>
              </a:lnSpc>
              <a:spcBef>
                <a:spcPts val="1600"/>
              </a:spcBef>
              <a:spcAft>
                <a:spcPts val="0"/>
              </a:spcAft>
              <a:buSzPts val="1400"/>
              <a:buFont typeface="Chivo"/>
              <a:buChar char="●"/>
              <a:defRPr/>
            </a:lvl4pPr>
            <a:lvl5pPr marL="2286000" lvl="4" indent="-317500" rtl="0">
              <a:lnSpc>
                <a:spcPct val="115000"/>
              </a:lnSpc>
              <a:spcBef>
                <a:spcPts val="1600"/>
              </a:spcBef>
              <a:spcAft>
                <a:spcPts val="0"/>
              </a:spcAft>
              <a:buSzPts val="1400"/>
              <a:buFont typeface="Chivo"/>
              <a:buChar char="○"/>
              <a:defRPr/>
            </a:lvl5pPr>
            <a:lvl6pPr marL="2743200" lvl="5" indent="-317500" rtl="0">
              <a:lnSpc>
                <a:spcPct val="115000"/>
              </a:lnSpc>
              <a:spcBef>
                <a:spcPts val="1600"/>
              </a:spcBef>
              <a:spcAft>
                <a:spcPts val="0"/>
              </a:spcAft>
              <a:buSzPts val="1400"/>
              <a:buFont typeface="Chivo"/>
              <a:buChar char="■"/>
              <a:defRPr/>
            </a:lvl6pPr>
            <a:lvl7pPr marL="3200400" lvl="6" indent="-317500" rtl="0">
              <a:lnSpc>
                <a:spcPct val="115000"/>
              </a:lnSpc>
              <a:spcBef>
                <a:spcPts val="1600"/>
              </a:spcBef>
              <a:spcAft>
                <a:spcPts val="0"/>
              </a:spcAft>
              <a:buSzPts val="1400"/>
              <a:buFont typeface="Chivo"/>
              <a:buChar char="●"/>
              <a:defRPr/>
            </a:lvl7pPr>
            <a:lvl8pPr marL="3657600" lvl="7" indent="-317500" rtl="0">
              <a:lnSpc>
                <a:spcPct val="115000"/>
              </a:lnSpc>
              <a:spcBef>
                <a:spcPts val="1600"/>
              </a:spcBef>
              <a:spcAft>
                <a:spcPts val="0"/>
              </a:spcAft>
              <a:buSzPts val="1400"/>
              <a:buFont typeface="Chivo"/>
              <a:buChar char="○"/>
              <a:defRPr/>
            </a:lvl8pPr>
            <a:lvl9pPr marL="4114800" lvl="8" indent="-317500" rtl="0">
              <a:lnSpc>
                <a:spcPct val="115000"/>
              </a:lnSpc>
              <a:spcBef>
                <a:spcPts val="1600"/>
              </a:spcBef>
              <a:spcAft>
                <a:spcPts val="1600"/>
              </a:spcAft>
              <a:buSzPts val="1400"/>
              <a:buFont typeface="Chivo"/>
              <a:buChar char="■"/>
              <a:defRPr/>
            </a:lvl9pPr>
          </a:lstStyle>
          <a:p>
            <a:endParaRPr/>
          </a:p>
        </p:txBody>
      </p:sp>
      <p:sp>
        <p:nvSpPr>
          <p:cNvPr id="176" name="Google Shape;176;p25"/>
          <p:cNvSpPr txBox="1">
            <a:spLocks noGrp="1"/>
          </p:cNvSpPr>
          <p:nvPr>
            <p:ph type="body" idx="2"/>
          </p:nvPr>
        </p:nvSpPr>
        <p:spPr>
          <a:xfrm>
            <a:off x="4651325" y="1682875"/>
            <a:ext cx="3780900" cy="2734800"/>
          </a:xfrm>
          <a:prstGeom prst="rect">
            <a:avLst/>
          </a:prstGeom>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Char char="■"/>
              <a:defRPr/>
            </a:lvl1pPr>
            <a:lvl2pPr marL="914400" lvl="1" indent="-317500" rtl="0">
              <a:lnSpc>
                <a:spcPct val="115000"/>
              </a:lnSpc>
              <a:spcBef>
                <a:spcPts val="0"/>
              </a:spcBef>
              <a:spcAft>
                <a:spcPts val="0"/>
              </a:spcAft>
              <a:buSzPts val="1400"/>
              <a:buFont typeface="Chivo"/>
              <a:buChar char="○"/>
              <a:defRPr/>
            </a:lvl2pPr>
            <a:lvl3pPr marL="1371600" lvl="2" indent="-317500" rtl="0">
              <a:lnSpc>
                <a:spcPct val="115000"/>
              </a:lnSpc>
              <a:spcBef>
                <a:spcPts val="1600"/>
              </a:spcBef>
              <a:spcAft>
                <a:spcPts val="0"/>
              </a:spcAft>
              <a:buSzPts val="1400"/>
              <a:buFont typeface="Chivo"/>
              <a:buChar char="■"/>
              <a:defRPr/>
            </a:lvl3pPr>
            <a:lvl4pPr marL="1828800" lvl="3" indent="-317500" rtl="0">
              <a:lnSpc>
                <a:spcPct val="115000"/>
              </a:lnSpc>
              <a:spcBef>
                <a:spcPts val="1600"/>
              </a:spcBef>
              <a:spcAft>
                <a:spcPts val="0"/>
              </a:spcAft>
              <a:buSzPts val="1400"/>
              <a:buFont typeface="Chivo"/>
              <a:buChar char="●"/>
              <a:defRPr/>
            </a:lvl4pPr>
            <a:lvl5pPr marL="2286000" lvl="4" indent="-317500" rtl="0">
              <a:lnSpc>
                <a:spcPct val="115000"/>
              </a:lnSpc>
              <a:spcBef>
                <a:spcPts val="1600"/>
              </a:spcBef>
              <a:spcAft>
                <a:spcPts val="0"/>
              </a:spcAft>
              <a:buSzPts val="1400"/>
              <a:buFont typeface="Chivo"/>
              <a:buChar char="○"/>
              <a:defRPr/>
            </a:lvl5pPr>
            <a:lvl6pPr marL="2743200" lvl="5" indent="-317500" rtl="0">
              <a:lnSpc>
                <a:spcPct val="115000"/>
              </a:lnSpc>
              <a:spcBef>
                <a:spcPts val="1600"/>
              </a:spcBef>
              <a:spcAft>
                <a:spcPts val="0"/>
              </a:spcAft>
              <a:buSzPts val="1400"/>
              <a:buFont typeface="Chivo"/>
              <a:buChar char="■"/>
              <a:defRPr/>
            </a:lvl6pPr>
            <a:lvl7pPr marL="3200400" lvl="6" indent="-317500" rtl="0">
              <a:lnSpc>
                <a:spcPct val="115000"/>
              </a:lnSpc>
              <a:spcBef>
                <a:spcPts val="1600"/>
              </a:spcBef>
              <a:spcAft>
                <a:spcPts val="0"/>
              </a:spcAft>
              <a:buSzPts val="1400"/>
              <a:buFont typeface="Chivo"/>
              <a:buChar char="●"/>
              <a:defRPr/>
            </a:lvl7pPr>
            <a:lvl8pPr marL="3657600" lvl="7" indent="-317500" rtl="0">
              <a:lnSpc>
                <a:spcPct val="115000"/>
              </a:lnSpc>
              <a:spcBef>
                <a:spcPts val="1600"/>
              </a:spcBef>
              <a:spcAft>
                <a:spcPts val="0"/>
              </a:spcAft>
              <a:buSzPts val="1400"/>
              <a:buFont typeface="Chivo"/>
              <a:buChar char="○"/>
              <a:defRPr/>
            </a:lvl8pPr>
            <a:lvl9pPr marL="4114800" lvl="8" indent="-317500" rtl="0">
              <a:lnSpc>
                <a:spcPct val="115000"/>
              </a:lnSpc>
              <a:spcBef>
                <a:spcPts val="1600"/>
              </a:spcBef>
              <a:spcAft>
                <a:spcPts val="1600"/>
              </a:spcAft>
              <a:buSzPts val="1400"/>
              <a:buFont typeface="Chivo"/>
              <a:buChar char="■"/>
              <a:defRPr/>
            </a:lvl9pPr>
          </a:lstStyle>
          <a:p>
            <a:endParaRPr/>
          </a:p>
        </p:txBody>
      </p:sp>
      <p:sp>
        <p:nvSpPr>
          <p:cNvPr id="177" name="Google Shape;177;p25"/>
          <p:cNvSpPr txBox="1">
            <a:spLocks noGrp="1"/>
          </p:cNvSpPr>
          <p:nvPr>
            <p:ph type="subTitle" idx="3"/>
          </p:nvPr>
        </p:nvSpPr>
        <p:spPr>
          <a:xfrm>
            <a:off x="713250" y="1217050"/>
            <a:ext cx="7717500" cy="40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78" name="Google Shape;178;p25"/>
          <p:cNvSpPr/>
          <p:nvPr/>
        </p:nvSpPr>
        <p:spPr>
          <a:xfrm flipH="1">
            <a:off x="713400" y="4876025"/>
            <a:ext cx="84306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 name="Google Shape;179;p25"/>
          <p:cNvGrpSpPr/>
          <p:nvPr/>
        </p:nvGrpSpPr>
        <p:grpSpPr>
          <a:xfrm>
            <a:off x="283800" y="-4100"/>
            <a:ext cx="8576400" cy="5147625"/>
            <a:chOff x="283800" y="-4100"/>
            <a:chExt cx="8576400" cy="5147625"/>
          </a:xfrm>
        </p:grpSpPr>
        <p:cxnSp>
          <p:nvCxnSpPr>
            <p:cNvPr id="180" name="Google Shape;180;p25"/>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181" name="Google Shape;181;p25"/>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2">
  <p:cSld name="CUSTOM_3_1">
    <p:spTree>
      <p:nvGrpSpPr>
        <p:cNvPr id="1" name="Shape 182"/>
        <p:cNvGrpSpPr/>
        <p:nvPr/>
      </p:nvGrpSpPr>
      <p:grpSpPr>
        <a:xfrm>
          <a:off x="0" y="0"/>
          <a:ext cx="0" cy="0"/>
          <a:chOff x="0" y="0"/>
          <a:chExt cx="0" cy="0"/>
        </a:xfrm>
      </p:grpSpPr>
      <p:sp>
        <p:nvSpPr>
          <p:cNvPr id="183" name="Google Shape;183;p26"/>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84" name="Google Shape;184;p26"/>
          <p:cNvSpPr txBox="1">
            <a:spLocks noGrp="1"/>
          </p:cNvSpPr>
          <p:nvPr>
            <p:ph type="subTitle" idx="1"/>
          </p:nvPr>
        </p:nvSpPr>
        <p:spPr>
          <a:xfrm>
            <a:off x="1106875" y="1964500"/>
            <a:ext cx="3200400" cy="1887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85" name="Google Shape;185;p26"/>
          <p:cNvSpPr txBox="1">
            <a:spLocks noGrp="1"/>
          </p:cNvSpPr>
          <p:nvPr>
            <p:ph type="subTitle" idx="2"/>
          </p:nvPr>
        </p:nvSpPr>
        <p:spPr>
          <a:xfrm>
            <a:off x="4836725" y="1964500"/>
            <a:ext cx="3200400" cy="1887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86" name="Google Shape;186;p26"/>
          <p:cNvSpPr/>
          <p:nvPr/>
        </p:nvSpPr>
        <p:spPr>
          <a:xfrm rot="10800000">
            <a:off x="8860200" y="-26"/>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 name="Google Shape;187;p26"/>
          <p:cNvGrpSpPr/>
          <p:nvPr/>
        </p:nvGrpSpPr>
        <p:grpSpPr>
          <a:xfrm rot="10800000">
            <a:off x="-125" y="267450"/>
            <a:ext cx="9002225" cy="4876050"/>
            <a:chOff x="141900" y="-26"/>
            <a:chExt cx="9002225" cy="4876050"/>
          </a:xfrm>
        </p:grpSpPr>
        <p:cxnSp>
          <p:nvCxnSpPr>
            <p:cNvPr id="188" name="Google Shape;188;p26"/>
            <p:cNvCxnSpPr/>
            <p:nvPr/>
          </p:nvCxnSpPr>
          <p:spPr>
            <a:xfrm>
              <a:off x="7404125" y="4876024"/>
              <a:ext cx="1740000" cy="0"/>
            </a:xfrm>
            <a:prstGeom prst="straightConnector1">
              <a:avLst/>
            </a:prstGeom>
            <a:noFill/>
            <a:ln w="9525" cap="flat" cmpd="sng">
              <a:solidFill>
                <a:schemeClr val="dk1"/>
              </a:solidFill>
              <a:prstDash val="solid"/>
              <a:round/>
              <a:headEnd type="none" w="med" len="med"/>
              <a:tailEnd type="none" w="med" len="med"/>
            </a:ln>
          </p:spPr>
        </p:cxnSp>
        <p:cxnSp>
          <p:nvCxnSpPr>
            <p:cNvPr id="189" name="Google Shape;189;p2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190"/>
        <p:cNvGrpSpPr/>
        <p:nvPr/>
      </p:nvGrpSpPr>
      <p:grpSpPr>
        <a:xfrm>
          <a:off x="0" y="0"/>
          <a:ext cx="0" cy="0"/>
          <a:chOff x="0" y="0"/>
          <a:chExt cx="0" cy="0"/>
        </a:xfrm>
      </p:grpSpPr>
      <p:sp>
        <p:nvSpPr>
          <p:cNvPr id="191" name="Google Shape;191;p27"/>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192" name="Google Shape;192;p27"/>
          <p:cNvSpPr txBox="1">
            <a:spLocks noGrp="1"/>
          </p:cNvSpPr>
          <p:nvPr>
            <p:ph type="subTitle" idx="1"/>
          </p:nvPr>
        </p:nvSpPr>
        <p:spPr>
          <a:xfrm>
            <a:off x="713263" y="340652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93" name="Google Shape;193;p27"/>
          <p:cNvSpPr txBox="1">
            <a:spLocks noGrp="1"/>
          </p:cNvSpPr>
          <p:nvPr>
            <p:ph type="subTitle" idx="2"/>
          </p:nvPr>
        </p:nvSpPr>
        <p:spPr>
          <a:xfrm>
            <a:off x="713263" y="2785375"/>
            <a:ext cx="2400300" cy="55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194" name="Google Shape;194;p27"/>
          <p:cNvSpPr txBox="1">
            <a:spLocks noGrp="1"/>
          </p:cNvSpPr>
          <p:nvPr>
            <p:ph type="subTitle" idx="3"/>
          </p:nvPr>
        </p:nvSpPr>
        <p:spPr>
          <a:xfrm>
            <a:off x="6030438" y="340652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95" name="Google Shape;195;p27"/>
          <p:cNvSpPr txBox="1">
            <a:spLocks noGrp="1"/>
          </p:cNvSpPr>
          <p:nvPr>
            <p:ph type="subTitle" idx="4"/>
          </p:nvPr>
        </p:nvSpPr>
        <p:spPr>
          <a:xfrm>
            <a:off x="6030438" y="2782400"/>
            <a:ext cx="2400300" cy="55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196" name="Google Shape;196;p27"/>
          <p:cNvSpPr txBox="1">
            <a:spLocks noGrp="1"/>
          </p:cNvSpPr>
          <p:nvPr>
            <p:ph type="subTitle" idx="5"/>
          </p:nvPr>
        </p:nvSpPr>
        <p:spPr>
          <a:xfrm>
            <a:off x="3371850" y="340652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97" name="Google Shape;197;p27"/>
          <p:cNvSpPr txBox="1">
            <a:spLocks noGrp="1"/>
          </p:cNvSpPr>
          <p:nvPr>
            <p:ph type="subTitle" idx="6"/>
          </p:nvPr>
        </p:nvSpPr>
        <p:spPr>
          <a:xfrm>
            <a:off x="3371850" y="2782400"/>
            <a:ext cx="2400300" cy="55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hree columns 1">
  <p:cSld name="CUSTOM_5">
    <p:spTree>
      <p:nvGrpSpPr>
        <p:cNvPr id="1" name="Shape 198"/>
        <p:cNvGrpSpPr/>
        <p:nvPr/>
      </p:nvGrpSpPr>
      <p:grpSpPr>
        <a:xfrm>
          <a:off x="0" y="0"/>
          <a:ext cx="0" cy="0"/>
          <a:chOff x="0" y="0"/>
          <a:chExt cx="0" cy="0"/>
        </a:xfrm>
      </p:grpSpPr>
      <p:sp>
        <p:nvSpPr>
          <p:cNvPr id="199" name="Google Shape;199;p28"/>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200" name="Google Shape;200;p28"/>
          <p:cNvSpPr txBox="1">
            <a:spLocks noGrp="1"/>
          </p:cNvSpPr>
          <p:nvPr>
            <p:ph type="subTitle" idx="1"/>
          </p:nvPr>
        </p:nvSpPr>
        <p:spPr>
          <a:xfrm>
            <a:off x="865625" y="3694227"/>
            <a:ext cx="2262600" cy="648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1" name="Google Shape;201;p28"/>
          <p:cNvSpPr txBox="1">
            <a:spLocks noGrp="1"/>
          </p:cNvSpPr>
          <p:nvPr>
            <p:ph type="subTitle" idx="2"/>
          </p:nvPr>
        </p:nvSpPr>
        <p:spPr>
          <a:xfrm>
            <a:off x="865625" y="3103975"/>
            <a:ext cx="22626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02" name="Google Shape;202;p28"/>
          <p:cNvSpPr txBox="1">
            <a:spLocks noGrp="1"/>
          </p:cNvSpPr>
          <p:nvPr>
            <p:ph type="subTitle" idx="3"/>
          </p:nvPr>
        </p:nvSpPr>
        <p:spPr>
          <a:xfrm>
            <a:off x="6015775" y="3694227"/>
            <a:ext cx="2262600" cy="648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3" name="Google Shape;203;p28"/>
          <p:cNvSpPr txBox="1">
            <a:spLocks noGrp="1"/>
          </p:cNvSpPr>
          <p:nvPr>
            <p:ph type="subTitle" idx="4"/>
          </p:nvPr>
        </p:nvSpPr>
        <p:spPr>
          <a:xfrm>
            <a:off x="6015775" y="3103975"/>
            <a:ext cx="22626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04" name="Google Shape;204;p28"/>
          <p:cNvSpPr txBox="1">
            <a:spLocks noGrp="1"/>
          </p:cNvSpPr>
          <p:nvPr>
            <p:ph type="subTitle" idx="5"/>
          </p:nvPr>
        </p:nvSpPr>
        <p:spPr>
          <a:xfrm>
            <a:off x="3440700" y="3694227"/>
            <a:ext cx="2262600" cy="648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5" name="Google Shape;205;p28"/>
          <p:cNvSpPr txBox="1">
            <a:spLocks noGrp="1"/>
          </p:cNvSpPr>
          <p:nvPr>
            <p:ph type="subTitle" idx="6"/>
          </p:nvPr>
        </p:nvSpPr>
        <p:spPr>
          <a:xfrm>
            <a:off x="3440700" y="3103975"/>
            <a:ext cx="22626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06" name="Google Shape;206;p28"/>
          <p:cNvSpPr/>
          <p:nvPr/>
        </p:nvSpPr>
        <p:spPr>
          <a:xfrm>
            <a:off x="0" y="4876025"/>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 name="Google Shape;207;p28"/>
          <p:cNvGrpSpPr/>
          <p:nvPr/>
        </p:nvGrpSpPr>
        <p:grpSpPr>
          <a:xfrm>
            <a:off x="283800" y="-48"/>
            <a:ext cx="8860200" cy="5009873"/>
            <a:chOff x="283800" y="-48"/>
            <a:chExt cx="8860200" cy="5009873"/>
          </a:xfrm>
        </p:grpSpPr>
        <p:cxnSp>
          <p:nvCxnSpPr>
            <p:cNvPr id="208" name="Google Shape;208;p28"/>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209" name="Google Shape;209;p28"/>
            <p:cNvCxnSpPr/>
            <p:nvPr/>
          </p:nvCxnSpPr>
          <p:spPr>
            <a:xfrm rot="10800000">
              <a:off x="283800" y="-48"/>
              <a:ext cx="0" cy="2919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CUSTOM_6">
    <p:spTree>
      <p:nvGrpSpPr>
        <p:cNvPr id="1" name="Shape 210"/>
        <p:cNvGrpSpPr/>
        <p:nvPr/>
      </p:nvGrpSpPr>
      <p:grpSpPr>
        <a:xfrm>
          <a:off x="0" y="0"/>
          <a:ext cx="0" cy="0"/>
          <a:chOff x="0" y="0"/>
          <a:chExt cx="0" cy="0"/>
        </a:xfrm>
      </p:grpSpPr>
      <p:sp>
        <p:nvSpPr>
          <p:cNvPr id="211" name="Google Shape;211;p29"/>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212" name="Google Shape;212;p29"/>
          <p:cNvSpPr txBox="1">
            <a:spLocks noGrp="1"/>
          </p:cNvSpPr>
          <p:nvPr>
            <p:ph type="subTitle" idx="1"/>
          </p:nvPr>
        </p:nvSpPr>
        <p:spPr>
          <a:xfrm>
            <a:off x="1877250" y="1850002"/>
            <a:ext cx="2318700" cy="895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13" name="Google Shape;213;p29"/>
          <p:cNvSpPr txBox="1">
            <a:spLocks noGrp="1"/>
          </p:cNvSpPr>
          <p:nvPr>
            <p:ph type="subTitle" idx="2"/>
          </p:nvPr>
        </p:nvSpPr>
        <p:spPr>
          <a:xfrm>
            <a:off x="1877250" y="1375200"/>
            <a:ext cx="23187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14" name="Google Shape;214;p29"/>
          <p:cNvSpPr txBox="1">
            <a:spLocks noGrp="1"/>
          </p:cNvSpPr>
          <p:nvPr>
            <p:ph type="subTitle" idx="3"/>
          </p:nvPr>
        </p:nvSpPr>
        <p:spPr>
          <a:xfrm>
            <a:off x="1877250" y="3515601"/>
            <a:ext cx="2318700" cy="895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15" name="Google Shape;215;p29"/>
          <p:cNvSpPr txBox="1">
            <a:spLocks noGrp="1"/>
          </p:cNvSpPr>
          <p:nvPr>
            <p:ph type="subTitle" idx="4"/>
          </p:nvPr>
        </p:nvSpPr>
        <p:spPr>
          <a:xfrm>
            <a:off x="1877250" y="3040799"/>
            <a:ext cx="23187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16" name="Google Shape;216;p29"/>
          <p:cNvSpPr txBox="1">
            <a:spLocks noGrp="1"/>
          </p:cNvSpPr>
          <p:nvPr>
            <p:ph type="subTitle" idx="5"/>
          </p:nvPr>
        </p:nvSpPr>
        <p:spPr>
          <a:xfrm>
            <a:off x="6112075" y="1850002"/>
            <a:ext cx="2318700" cy="895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17" name="Google Shape;217;p29"/>
          <p:cNvSpPr txBox="1">
            <a:spLocks noGrp="1"/>
          </p:cNvSpPr>
          <p:nvPr>
            <p:ph type="subTitle" idx="6"/>
          </p:nvPr>
        </p:nvSpPr>
        <p:spPr>
          <a:xfrm>
            <a:off x="6112075" y="1375200"/>
            <a:ext cx="23187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18" name="Google Shape;218;p29"/>
          <p:cNvSpPr txBox="1">
            <a:spLocks noGrp="1"/>
          </p:cNvSpPr>
          <p:nvPr>
            <p:ph type="subTitle" idx="7"/>
          </p:nvPr>
        </p:nvSpPr>
        <p:spPr>
          <a:xfrm>
            <a:off x="6112075" y="3515601"/>
            <a:ext cx="2318700" cy="895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19" name="Google Shape;219;p29"/>
          <p:cNvSpPr txBox="1">
            <a:spLocks noGrp="1"/>
          </p:cNvSpPr>
          <p:nvPr>
            <p:ph type="subTitle" idx="8"/>
          </p:nvPr>
        </p:nvSpPr>
        <p:spPr>
          <a:xfrm>
            <a:off x="6112075" y="3040799"/>
            <a:ext cx="23187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20" name="Google Shape;220;p29"/>
          <p:cNvSpPr/>
          <p:nvPr/>
        </p:nvSpPr>
        <p:spPr>
          <a:xfrm flipH="1">
            <a:off x="886020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1" name="Google Shape;221;p29"/>
          <p:cNvCxnSpPr/>
          <p:nvPr/>
        </p:nvCxnSpPr>
        <p:spPr>
          <a:xfrm rot="10800000">
            <a:off x="9002100" y="-26"/>
            <a:ext cx="0" cy="39585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ive columns">
  <p:cSld name="CUSTOM_6_1">
    <p:spTree>
      <p:nvGrpSpPr>
        <p:cNvPr id="1" name="Shape 222"/>
        <p:cNvGrpSpPr/>
        <p:nvPr/>
      </p:nvGrpSpPr>
      <p:grpSpPr>
        <a:xfrm>
          <a:off x="0" y="0"/>
          <a:ext cx="0" cy="0"/>
          <a:chOff x="0" y="0"/>
          <a:chExt cx="0" cy="0"/>
        </a:xfrm>
      </p:grpSpPr>
      <p:sp>
        <p:nvSpPr>
          <p:cNvPr id="223" name="Google Shape;223;p30"/>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24" name="Google Shape;224;p30"/>
          <p:cNvSpPr txBox="1">
            <a:spLocks noGrp="1"/>
          </p:cNvSpPr>
          <p:nvPr>
            <p:ph type="subTitle" idx="1"/>
          </p:nvPr>
        </p:nvSpPr>
        <p:spPr>
          <a:xfrm>
            <a:off x="7132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5" name="Google Shape;225;p30"/>
          <p:cNvSpPr txBox="1">
            <a:spLocks noGrp="1"/>
          </p:cNvSpPr>
          <p:nvPr>
            <p:ph type="subTitle" idx="2"/>
          </p:nvPr>
        </p:nvSpPr>
        <p:spPr>
          <a:xfrm>
            <a:off x="7132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26" name="Google Shape;226;p30"/>
          <p:cNvSpPr txBox="1">
            <a:spLocks noGrp="1"/>
          </p:cNvSpPr>
          <p:nvPr>
            <p:ph type="subTitle" idx="3"/>
          </p:nvPr>
        </p:nvSpPr>
        <p:spPr>
          <a:xfrm>
            <a:off x="60304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7" name="Google Shape;227;p30"/>
          <p:cNvSpPr txBox="1">
            <a:spLocks noGrp="1"/>
          </p:cNvSpPr>
          <p:nvPr>
            <p:ph type="subTitle" idx="4"/>
          </p:nvPr>
        </p:nvSpPr>
        <p:spPr>
          <a:xfrm>
            <a:off x="60304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28" name="Google Shape;228;p30"/>
          <p:cNvSpPr txBox="1">
            <a:spLocks noGrp="1"/>
          </p:cNvSpPr>
          <p:nvPr>
            <p:ph type="subTitle" idx="5"/>
          </p:nvPr>
        </p:nvSpPr>
        <p:spPr>
          <a:xfrm>
            <a:off x="33718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9" name="Google Shape;229;p30"/>
          <p:cNvSpPr txBox="1">
            <a:spLocks noGrp="1"/>
          </p:cNvSpPr>
          <p:nvPr>
            <p:ph type="subTitle" idx="6"/>
          </p:nvPr>
        </p:nvSpPr>
        <p:spPr>
          <a:xfrm>
            <a:off x="33718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30" name="Google Shape;230;p30"/>
          <p:cNvSpPr txBox="1">
            <a:spLocks noGrp="1"/>
          </p:cNvSpPr>
          <p:nvPr>
            <p:ph type="subTitle" idx="7"/>
          </p:nvPr>
        </p:nvSpPr>
        <p:spPr>
          <a:xfrm>
            <a:off x="2042531"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1" name="Google Shape;231;p30"/>
          <p:cNvSpPr txBox="1">
            <a:spLocks noGrp="1"/>
          </p:cNvSpPr>
          <p:nvPr>
            <p:ph type="subTitle" idx="8"/>
          </p:nvPr>
        </p:nvSpPr>
        <p:spPr>
          <a:xfrm>
            <a:off x="2042531"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32" name="Google Shape;232;p30"/>
          <p:cNvSpPr txBox="1">
            <a:spLocks noGrp="1"/>
          </p:cNvSpPr>
          <p:nvPr>
            <p:ph type="subTitle" idx="9"/>
          </p:nvPr>
        </p:nvSpPr>
        <p:spPr>
          <a:xfrm>
            <a:off x="4701169"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3" name="Google Shape;233;p30"/>
          <p:cNvSpPr txBox="1">
            <a:spLocks noGrp="1"/>
          </p:cNvSpPr>
          <p:nvPr>
            <p:ph type="subTitle" idx="13"/>
          </p:nvPr>
        </p:nvSpPr>
        <p:spPr>
          <a:xfrm>
            <a:off x="4701169"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34" name="Google Shape;234;p30"/>
          <p:cNvSpPr/>
          <p:nvPr/>
        </p:nvSpPr>
        <p:spPr>
          <a:xfrm>
            <a:off x="0" y="4876025"/>
            <a:ext cx="84306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5" name="Google Shape;235;p30"/>
          <p:cNvGrpSpPr/>
          <p:nvPr/>
        </p:nvGrpSpPr>
        <p:grpSpPr>
          <a:xfrm flipH="1">
            <a:off x="283800" y="-4100"/>
            <a:ext cx="8576400" cy="5147625"/>
            <a:chOff x="283800" y="-4100"/>
            <a:chExt cx="8576400" cy="5147625"/>
          </a:xfrm>
        </p:grpSpPr>
        <p:cxnSp>
          <p:nvCxnSpPr>
            <p:cNvPr id="236" name="Google Shape;236;p30"/>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30"/>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238"/>
        <p:cNvGrpSpPr/>
        <p:nvPr/>
      </p:nvGrpSpPr>
      <p:grpSpPr>
        <a:xfrm>
          <a:off x="0" y="0"/>
          <a:ext cx="0" cy="0"/>
          <a:chOff x="0" y="0"/>
          <a:chExt cx="0" cy="0"/>
        </a:xfrm>
      </p:grpSpPr>
      <p:sp>
        <p:nvSpPr>
          <p:cNvPr id="239" name="Google Shape;239;p31"/>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40" name="Google Shape;240;p31"/>
          <p:cNvSpPr txBox="1">
            <a:spLocks noGrp="1"/>
          </p:cNvSpPr>
          <p:nvPr>
            <p:ph type="subTitle" idx="1"/>
          </p:nvPr>
        </p:nvSpPr>
        <p:spPr>
          <a:xfrm>
            <a:off x="713244"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1" name="Google Shape;241;p31"/>
          <p:cNvSpPr txBox="1">
            <a:spLocks noGrp="1"/>
          </p:cNvSpPr>
          <p:nvPr>
            <p:ph type="subTitle" idx="2"/>
          </p:nvPr>
        </p:nvSpPr>
        <p:spPr>
          <a:xfrm>
            <a:off x="713244"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2" name="Google Shape;242;p31"/>
          <p:cNvSpPr txBox="1">
            <a:spLocks noGrp="1"/>
          </p:cNvSpPr>
          <p:nvPr>
            <p:ph type="subTitle" idx="3"/>
          </p:nvPr>
        </p:nvSpPr>
        <p:spPr>
          <a:xfrm>
            <a:off x="6030456"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3" name="Google Shape;243;p31"/>
          <p:cNvSpPr txBox="1">
            <a:spLocks noGrp="1"/>
          </p:cNvSpPr>
          <p:nvPr>
            <p:ph type="subTitle" idx="4"/>
          </p:nvPr>
        </p:nvSpPr>
        <p:spPr>
          <a:xfrm>
            <a:off x="6030456"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4" name="Google Shape;244;p31"/>
          <p:cNvSpPr txBox="1">
            <a:spLocks noGrp="1"/>
          </p:cNvSpPr>
          <p:nvPr>
            <p:ph type="subTitle" idx="5"/>
          </p:nvPr>
        </p:nvSpPr>
        <p:spPr>
          <a:xfrm>
            <a:off x="33718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5" name="Google Shape;245;p31"/>
          <p:cNvSpPr txBox="1">
            <a:spLocks noGrp="1"/>
          </p:cNvSpPr>
          <p:nvPr>
            <p:ph type="subTitle" idx="6"/>
          </p:nvPr>
        </p:nvSpPr>
        <p:spPr>
          <a:xfrm>
            <a:off x="33718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6" name="Google Shape;246;p31"/>
          <p:cNvSpPr txBox="1">
            <a:spLocks noGrp="1"/>
          </p:cNvSpPr>
          <p:nvPr>
            <p:ph type="subTitle" idx="7"/>
          </p:nvPr>
        </p:nvSpPr>
        <p:spPr>
          <a:xfrm>
            <a:off x="713244"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7" name="Google Shape;247;p31"/>
          <p:cNvSpPr txBox="1">
            <a:spLocks noGrp="1"/>
          </p:cNvSpPr>
          <p:nvPr>
            <p:ph type="subTitle" idx="8"/>
          </p:nvPr>
        </p:nvSpPr>
        <p:spPr>
          <a:xfrm>
            <a:off x="713244"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8" name="Google Shape;248;p31"/>
          <p:cNvSpPr txBox="1">
            <a:spLocks noGrp="1"/>
          </p:cNvSpPr>
          <p:nvPr>
            <p:ph type="subTitle" idx="9"/>
          </p:nvPr>
        </p:nvSpPr>
        <p:spPr>
          <a:xfrm>
            <a:off x="3371850"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9" name="Google Shape;249;p31"/>
          <p:cNvSpPr txBox="1">
            <a:spLocks noGrp="1"/>
          </p:cNvSpPr>
          <p:nvPr>
            <p:ph type="subTitle" idx="13"/>
          </p:nvPr>
        </p:nvSpPr>
        <p:spPr>
          <a:xfrm>
            <a:off x="3371850"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50" name="Google Shape;250;p31"/>
          <p:cNvSpPr txBox="1">
            <a:spLocks noGrp="1"/>
          </p:cNvSpPr>
          <p:nvPr>
            <p:ph type="subTitle" idx="14"/>
          </p:nvPr>
        </p:nvSpPr>
        <p:spPr>
          <a:xfrm>
            <a:off x="6030456"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51" name="Google Shape;251;p31"/>
          <p:cNvSpPr txBox="1">
            <a:spLocks noGrp="1"/>
          </p:cNvSpPr>
          <p:nvPr>
            <p:ph type="subTitle" idx="15"/>
          </p:nvPr>
        </p:nvSpPr>
        <p:spPr>
          <a:xfrm>
            <a:off x="6030456"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52" name="Google Shape;252;p31"/>
          <p:cNvSpPr/>
          <p:nvPr/>
        </p:nvSpPr>
        <p:spPr>
          <a:xfrm rot="10800000" flipH="1">
            <a:off x="25" y="-26"/>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3" name="Google Shape;253;p31"/>
          <p:cNvGrpSpPr/>
          <p:nvPr/>
        </p:nvGrpSpPr>
        <p:grpSpPr>
          <a:xfrm rot="10800000" flipH="1">
            <a:off x="141925" y="267450"/>
            <a:ext cx="9001950" cy="4876050"/>
            <a:chOff x="141900" y="-26"/>
            <a:chExt cx="9001950" cy="4876050"/>
          </a:xfrm>
        </p:grpSpPr>
        <p:cxnSp>
          <p:nvCxnSpPr>
            <p:cNvPr id="254" name="Google Shape;254;p31"/>
            <p:cNvCxnSpPr/>
            <p:nvPr/>
          </p:nvCxnSpPr>
          <p:spPr>
            <a:xfrm>
              <a:off x="7907850" y="4876024"/>
              <a:ext cx="1236000" cy="0"/>
            </a:xfrm>
            <a:prstGeom prst="straightConnector1">
              <a:avLst/>
            </a:prstGeom>
            <a:noFill/>
            <a:ln w="9525" cap="flat" cmpd="sng">
              <a:solidFill>
                <a:schemeClr val="dk1"/>
              </a:solidFill>
              <a:prstDash val="solid"/>
              <a:round/>
              <a:headEnd type="none" w="med" len="med"/>
              <a:tailEnd type="none" w="med" len="med"/>
            </a:ln>
          </p:spPr>
        </p:cxnSp>
        <p:cxnSp>
          <p:nvCxnSpPr>
            <p:cNvPr id="255" name="Google Shape;255;p31"/>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anks">
  <p:cSld name="CUSTOM_8">
    <p:spTree>
      <p:nvGrpSpPr>
        <p:cNvPr id="1" name="Shape 256"/>
        <p:cNvGrpSpPr/>
        <p:nvPr/>
      </p:nvGrpSpPr>
      <p:grpSpPr>
        <a:xfrm>
          <a:off x="0" y="0"/>
          <a:ext cx="0" cy="0"/>
          <a:chOff x="0" y="0"/>
          <a:chExt cx="0" cy="0"/>
        </a:xfrm>
      </p:grpSpPr>
      <p:sp>
        <p:nvSpPr>
          <p:cNvPr id="257" name="Google Shape;257;p32"/>
          <p:cNvSpPr txBox="1">
            <a:spLocks noGrp="1"/>
          </p:cNvSpPr>
          <p:nvPr>
            <p:ph type="title"/>
          </p:nvPr>
        </p:nvSpPr>
        <p:spPr>
          <a:xfrm>
            <a:off x="2654700" y="530250"/>
            <a:ext cx="3834600" cy="1108200"/>
          </a:xfrm>
          <a:prstGeom prst="rect">
            <a:avLst/>
          </a:prstGeom>
        </p:spPr>
        <p:txBody>
          <a:bodyPr spcFirstLastPara="1" wrap="square" lIns="91425" tIns="91425" rIns="91425" bIns="91425" anchor="t" anchorCtr="0">
            <a:noAutofit/>
          </a:bodyPr>
          <a:lstStyle>
            <a:lvl1pPr lvl="0">
              <a:spcBef>
                <a:spcPts val="0"/>
              </a:spcBef>
              <a:spcAft>
                <a:spcPts val="0"/>
              </a:spcAft>
              <a:buSzPts val="7200"/>
              <a:buNone/>
              <a:defRPr sz="60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a:endParaRPr/>
          </a:p>
        </p:txBody>
      </p:sp>
      <p:sp>
        <p:nvSpPr>
          <p:cNvPr id="258" name="Google Shape;258;p32"/>
          <p:cNvSpPr txBox="1">
            <a:spLocks noGrp="1"/>
          </p:cNvSpPr>
          <p:nvPr>
            <p:ph type="subTitle" idx="1"/>
          </p:nvPr>
        </p:nvSpPr>
        <p:spPr>
          <a:xfrm>
            <a:off x="2654700" y="2342156"/>
            <a:ext cx="3834600" cy="972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50"/>
              <a:buNone/>
              <a:defRPr sz="1550" b="1"/>
            </a:lvl1pPr>
            <a:lvl2pPr lvl="1" algn="ctr" rtl="0">
              <a:lnSpc>
                <a:spcPct val="115000"/>
              </a:lnSpc>
              <a:spcBef>
                <a:spcPts val="0"/>
              </a:spcBef>
              <a:spcAft>
                <a:spcPts val="0"/>
              </a:spcAft>
              <a:buSzPts val="1650"/>
              <a:buNone/>
              <a:defRPr sz="1650" b="1"/>
            </a:lvl2pPr>
            <a:lvl3pPr lvl="2" algn="ctr" rtl="0">
              <a:lnSpc>
                <a:spcPct val="115000"/>
              </a:lnSpc>
              <a:spcBef>
                <a:spcPts val="0"/>
              </a:spcBef>
              <a:spcAft>
                <a:spcPts val="0"/>
              </a:spcAft>
              <a:buSzPts val="1650"/>
              <a:buNone/>
              <a:defRPr sz="1650" b="1"/>
            </a:lvl3pPr>
            <a:lvl4pPr lvl="3" algn="ctr" rtl="0">
              <a:lnSpc>
                <a:spcPct val="115000"/>
              </a:lnSpc>
              <a:spcBef>
                <a:spcPts val="0"/>
              </a:spcBef>
              <a:spcAft>
                <a:spcPts val="0"/>
              </a:spcAft>
              <a:buSzPts val="1650"/>
              <a:buNone/>
              <a:defRPr sz="1650" b="1"/>
            </a:lvl4pPr>
            <a:lvl5pPr lvl="4" algn="ctr" rtl="0">
              <a:lnSpc>
                <a:spcPct val="115000"/>
              </a:lnSpc>
              <a:spcBef>
                <a:spcPts val="0"/>
              </a:spcBef>
              <a:spcAft>
                <a:spcPts val="0"/>
              </a:spcAft>
              <a:buSzPts val="1650"/>
              <a:buNone/>
              <a:defRPr sz="1650" b="1"/>
            </a:lvl5pPr>
            <a:lvl6pPr lvl="5" algn="ctr" rtl="0">
              <a:lnSpc>
                <a:spcPct val="115000"/>
              </a:lnSpc>
              <a:spcBef>
                <a:spcPts val="0"/>
              </a:spcBef>
              <a:spcAft>
                <a:spcPts val="0"/>
              </a:spcAft>
              <a:buSzPts val="1650"/>
              <a:buNone/>
              <a:defRPr sz="1650" b="1"/>
            </a:lvl6pPr>
            <a:lvl7pPr lvl="6" algn="ctr" rtl="0">
              <a:lnSpc>
                <a:spcPct val="115000"/>
              </a:lnSpc>
              <a:spcBef>
                <a:spcPts val="0"/>
              </a:spcBef>
              <a:spcAft>
                <a:spcPts val="0"/>
              </a:spcAft>
              <a:buSzPts val="1650"/>
              <a:buNone/>
              <a:defRPr sz="1650" b="1"/>
            </a:lvl7pPr>
            <a:lvl8pPr lvl="7" algn="ctr" rtl="0">
              <a:lnSpc>
                <a:spcPct val="115000"/>
              </a:lnSpc>
              <a:spcBef>
                <a:spcPts val="0"/>
              </a:spcBef>
              <a:spcAft>
                <a:spcPts val="0"/>
              </a:spcAft>
              <a:buSzPts val="1650"/>
              <a:buNone/>
              <a:defRPr sz="1650" b="1"/>
            </a:lvl8pPr>
            <a:lvl9pPr lvl="8" algn="ctr" rtl="0">
              <a:lnSpc>
                <a:spcPct val="115000"/>
              </a:lnSpc>
              <a:spcBef>
                <a:spcPts val="0"/>
              </a:spcBef>
              <a:spcAft>
                <a:spcPts val="0"/>
              </a:spcAft>
              <a:buSzPts val="1650"/>
              <a:buNone/>
              <a:defRPr sz="1650" b="1"/>
            </a:lvl9pPr>
          </a:lstStyle>
          <a:p>
            <a:endParaRPr/>
          </a:p>
        </p:txBody>
      </p:sp>
      <p:sp>
        <p:nvSpPr>
          <p:cNvPr id="259" name="Google Shape;259;p32"/>
          <p:cNvSpPr txBox="1">
            <a:spLocks noGrp="1"/>
          </p:cNvSpPr>
          <p:nvPr>
            <p:ph type="subTitle" idx="2"/>
          </p:nvPr>
        </p:nvSpPr>
        <p:spPr>
          <a:xfrm>
            <a:off x="2654700" y="4111851"/>
            <a:ext cx="3834600" cy="3387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300"/>
              <a:buNone/>
              <a:defRPr sz="1000"/>
            </a:lvl1pPr>
            <a:lvl2pPr lvl="1" algn="ctr" rtl="0">
              <a:lnSpc>
                <a:spcPct val="115000"/>
              </a:lnSpc>
              <a:spcBef>
                <a:spcPts val="0"/>
              </a:spcBef>
              <a:spcAft>
                <a:spcPts val="0"/>
              </a:spcAft>
              <a:buSzPts val="1300"/>
              <a:buNone/>
              <a:defRPr sz="1300" b="1"/>
            </a:lvl2pPr>
            <a:lvl3pPr lvl="2" algn="ctr" rtl="0">
              <a:lnSpc>
                <a:spcPct val="115000"/>
              </a:lnSpc>
              <a:spcBef>
                <a:spcPts val="0"/>
              </a:spcBef>
              <a:spcAft>
                <a:spcPts val="0"/>
              </a:spcAft>
              <a:buSzPts val="1300"/>
              <a:buNone/>
              <a:defRPr sz="1300" b="1"/>
            </a:lvl3pPr>
            <a:lvl4pPr lvl="3" algn="ctr" rtl="0">
              <a:lnSpc>
                <a:spcPct val="115000"/>
              </a:lnSpc>
              <a:spcBef>
                <a:spcPts val="0"/>
              </a:spcBef>
              <a:spcAft>
                <a:spcPts val="0"/>
              </a:spcAft>
              <a:buSzPts val="1300"/>
              <a:buNone/>
              <a:defRPr sz="1300" b="1"/>
            </a:lvl4pPr>
            <a:lvl5pPr lvl="4" algn="ctr" rtl="0">
              <a:lnSpc>
                <a:spcPct val="115000"/>
              </a:lnSpc>
              <a:spcBef>
                <a:spcPts val="0"/>
              </a:spcBef>
              <a:spcAft>
                <a:spcPts val="0"/>
              </a:spcAft>
              <a:buSzPts val="1300"/>
              <a:buNone/>
              <a:defRPr sz="1300" b="1"/>
            </a:lvl5pPr>
            <a:lvl6pPr lvl="5" algn="ctr" rtl="0">
              <a:lnSpc>
                <a:spcPct val="115000"/>
              </a:lnSpc>
              <a:spcBef>
                <a:spcPts val="0"/>
              </a:spcBef>
              <a:spcAft>
                <a:spcPts val="0"/>
              </a:spcAft>
              <a:buSzPts val="1300"/>
              <a:buNone/>
              <a:defRPr sz="1300" b="1"/>
            </a:lvl6pPr>
            <a:lvl7pPr lvl="6" algn="ctr" rtl="0">
              <a:lnSpc>
                <a:spcPct val="115000"/>
              </a:lnSpc>
              <a:spcBef>
                <a:spcPts val="0"/>
              </a:spcBef>
              <a:spcAft>
                <a:spcPts val="0"/>
              </a:spcAft>
              <a:buSzPts val="1300"/>
              <a:buNone/>
              <a:defRPr sz="1300" b="1"/>
            </a:lvl7pPr>
            <a:lvl8pPr lvl="7" algn="ctr" rtl="0">
              <a:lnSpc>
                <a:spcPct val="115000"/>
              </a:lnSpc>
              <a:spcBef>
                <a:spcPts val="0"/>
              </a:spcBef>
              <a:spcAft>
                <a:spcPts val="0"/>
              </a:spcAft>
              <a:buSzPts val="1300"/>
              <a:buNone/>
              <a:defRPr sz="1300" b="1"/>
            </a:lvl8pPr>
            <a:lvl9pPr lvl="8" algn="ctr" rtl="0">
              <a:lnSpc>
                <a:spcPct val="115000"/>
              </a:lnSpc>
              <a:spcBef>
                <a:spcPts val="0"/>
              </a:spcBef>
              <a:spcAft>
                <a:spcPts val="0"/>
              </a:spcAft>
              <a:buSzPts val="1300"/>
              <a:buNone/>
              <a:defRPr sz="1300" b="1"/>
            </a:lvl9pPr>
          </a:lstStyle>
          <a:p>
            <a:endParaRPr/>
          </a:p>
        </p:txBody>
      </p:sp>
      <p:grpSp>
        <p:nvGrpSpPr>
          <p:cNvPr id="260" name="Google Shape;260;p32"/>
          <p:cNvGrpSpPr/>
          <p:nvPr/>
        </p:nvGrpSpPr>
        <p:grpSpPr>
          <a:xfrm>
            <a:off x="713688" y="2579400"/>
            <a:ext cx="8430488" cy="2564100"/>
            <a:chOff x="713688" y="2579400"/>
            <a:chExt cx="8430488" cy="2564100"/>
          </a:xfrm>
        </p:grpSpPr>
        <p:cxnSp>
          <p:nvCxnSpPr>
            <p:cNvPr id="261" name="Google Shape;261;p32"/>
            <p:cNvCxnSpPr/>
            <p:nvPr/>
          </p:nvCxnSpPr>
          <p:spPr>
            <a:xfrm>
              <a:off x="2839075" y="4876025"/>
              <a:ext cx="6305100" cy="0"/>
            </a:xfrm>
            <a:prstGeom prst="straightConnector1">
              <a:avLst/>
            </a:prstGeom>
            <a:noFill/>
            <a:ln w="9525" cap="flat" cmpd="sng">
              <a:solidFill>
                <a:schemeClr val="dk1"/>
              </a:solidFill>
              <a:prstDash val="solid"/>
              <a:round/>
              <a:headEnd type="none" w="med" len="med"/>
              <a:tailEnd type="none" w="med" len="med"/>
            </a:ln>
          </p:spPr>
        </p:cxnSp>
        <p:cxnSp>
          <p:nvCxnSpPr>
            <p:cNvPr id="262" name="Google Shape;262;p32"/>
            <p:cNvCxnSpPr/>
            <p:nvPr/>
          </p:nvCxnSpPr>
          <p:spPr>
            <a:xfrm rot="10800000">
              <a:off x="713688" y="2579400"/>
              <a:ext cx="0" cy="2564100"/>
            </a:xfrm>
            <a:prstGeom prst="straightConnector1">
              <a:avLst/>
            </a:prstGeom>
            <a:noFill/>
            <a:ln w="9525" cap="flat" cmpd="sng">
              <a:solidFill>
                <a:schemeClr val="dk1"/>
              </a:solidFill>
              <a:prstDash val="solid"/>
              <a:round/>
              <a:headEnd type="none" w="med" len="med"/>
              <a:tailEnd type="none" w="med" len="med"/>
            </a:ln>
          </p:spPr>
        </p:cxnSp>
      </p:grpSp>
      <p:sp>
        <p:nvSpPr>
          <p:cNvPr id="263" name="Google Shape;263;p32"/>
          <p:cNvSpPr txBox="1"/>
          <p:nvPr/>
        </p:nvSpPr>
        <p:spPr>
          <a:xfrm>
            <a:off x="2654700" y="3304597"/>
            <a:ext cx="3834600" cy="794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018"/>
              <a:buNone/>
            </a:pPr>
            <a:r>
              <a:rPr lang="en" sz="1200">
                <a:solidFill>
                  <a:schemeClr val="dk1"/>
                </a:solidFill>
                <a:latin typeface="Commissioner"/>
                <a:ea typeface="Commissioner"/>
                <a:cs typeface="Commissioner"/>
                <a:sym typeface="Commissioner"/>
              </a:rPr>
              <a:t>Credits: This presentation template was created by </a:t>
            </a:r>
            <a:r>
              <a:rPr lang="en" sz="1200" b="1" u="sng">
                <a:solidFill>
                  <a:schemeClr val="dk1"/>
                </a:solidFill>
                <a:latin typeface="Commissioner"/>
                <a:ea typeface="Commissioner"/>
                <a:cs typeface="Commissioner"/>
                <a:sym typeface="Commissioner"/>
                <a:hlinkClick r:id="rId2">
                  <a:extLst>
                    <a:ext uri="{A12FA001-AC4F-418D-AE19-62706E023703}">
                      <ahyp:hlinkClr xmlns:ahyp="http://schemas.microsoft.com/office/drawing/2018/hyperlinkcolor" val="tx"/>
                    </a:ext>
                  </a:extLst>
                </a:hlinkClick>
              </a:rPr>
              <a:t>Slidesgo</a:t>
            </a:r>
            <a:r>
              <a:rPr lang="en" sz="1200">
                <a:solidFill>
                  <a:schemeClr val="dk1"/>
                </a:solidFill>
                <a:latin typeface="Commissioner"/>
                <a:ea typeface="Commissioner"/>
                <a:cs typeface="Commissioner"/>
                <a:sym typeface="Commissioner"/>
              </a:rPr>
              <a:t>, and includes icons by </a:t>
            </a:r>
            <a:r>
              <a:rPr lang="en" sz="1200" b="1" u="sng">
                <a:solidFill>
                  <a:schemeClr val="dk1"/>
                </a:solidFill>
                <a:latin typeface="Commissioner"/>
                <a:ea typeface="Commissioner"/>
                <a:cs typeface="Commissioner"/>
                <a:sym typeface="Commissioner"/>
                <a:hlinkClick r:id="rId3">
                  <a:extLst>
                    <a:ext uri="{A12FA001-AC4F-418D-AE19-62706E023703}">
                      <ahyp:hlinkClr xmlns:ahyp="http://schemas.microsoft.com/office/drawing/2018/hyperlinkcolor" val="tx"/>
                    </a:ext>
                  </a:extLst>
                </a:hlinkClick>
              </a:rPr>
              <a:t>Flaticon</a:t>
            </a:r>
            <a:r>
              <a:rPr lang="en" sz="1200">
                <a:solidFill>
                  <a:schemeClr val="dk1"/>
                </a:solidFill>
                <a:latin typeface="Commissioner"/>
                <a:ea typeface="Commissioner"/>
                <a:cs typeface="Commissioner"/>
                <a:sym typeface="Commissioner"/>
              </a:rPr>
              <a:t>, and infographics &amp; images by </a:t>
            </a:r>
            <a:r>
              <a:rPr lang="en" sz="1200" b="1" u="sng">
                <a:solidFill>
                  <a:schemeClr val="dk1"/>
                </a:solidFill>
                <a:latin typeface="Commissioner"/>
                <a:ea typeface="Commissioner"/>
                <a:cs typeface="Commissioner"/>
                <a:sym typeface="Commissioner"/>
                <a:hlinkClick r:id="rId4">
                  <a:extLst>
                    <a:ext uri="{A12FA001-AC4F-418D-AE19-62706E023703}">
                      <ahyp:hlinkClr xmlns:ahyp="http://schemas.microsoft.com/office/drawing/2018/hyperlinkcolor" val="tx"/>
                    </a:ext>
                  </a:extLst>
                </a:hlinkClick>
              </a:rPr>
              <a:t>Freepi</a:t>
            </a:r>
            <a:r>
              <a:rPr lang="en" sz="1200" b="1" u="sng">
                <a:solidFill>
                  <a:schemeClr val="dk1"/>
                </a:solidFill>
                <a:latin typeface="Commissioner"/>
                <a:ea typeface="Commissioner"/>
                <a:cs typeface="Commissioner"/>
                <a:sym typeface="Commissioner"/>
                <a:hlinkClick r:id="rId4">
                  <a:extLst>
                    <a:ext uri="{A12FA001-AC4F-418D-AE19-62706E023703}">
                      <ahyp:hlinkClr xmlns:ahyp="http://schemas.microsoft.com/office/drawing/2018/hyperlinkcolor" val="tx"/>
                    </a:ext>
                  </a:extLst>
                </a:hlinkClick>
              </a:rPr>
              <a:t>k</a:t>
            </a:r>
            <a:endParaRPr sz="1200">
              <a:solidFill>
                <a:schemeClr val="dk1"/>
              </a:solidFill>
              <a:latin typeface="Commissioner"/>
              <a:ea typeface="Commissioner"/>
              <a:cs typeface="Commissioner"/>
              <a:sym typeface="Commissione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64"/>
        <p:cNvGrpSpPr/>
        <p:nvPr/>
      </p:nvGrpSpPr>
      <p:grpSpPr>
        <a:xfrm>
          <a:off x="0" y="0"/>
          <a:ext cx="0" cy="0"/>
          <a:chOff x="0" y="0"/>
          <a:chExt cx="0" cy="0"/>
        </a:xfrm>
      </p:grpSpPr>
      <p:cxnSp>
        <p:nvCxnSpPr>
          <p:cNvPr id="265" name="Google Shape;265;p33"/>
          <p:cNvCxnSpPr/>
          <p:nvPr/>
        </p:nvCxnSpPr>
        <p:spPr>
          <a:xfrm rot="10800000">
            <a:off x="9002100" y="-100"/>
            <a:ext cx="0" cy="2652600"/>
          </a:xfrm>
          <a:prstGeom prst="straightConnector1">
            <a:avLst/>
          </a:prstGeom>
          <a:noFill/>
          <a:ln w="9525" cap="flat" cmpd="sng">
            <a:solidFill>
              <a:schemeClr val="dk1"/>
            </a:solidFill>
            <a:prstDash val="solid"/>
            <a:round/>
            <a:headEnd type="none" w="med" len="med"/>
            <a:tailEnd type="none" w="med" len="med"/>
          </a:ln>
        </p:spPr>
      </p:cxnSp>
      <p:sp>
        <p:nvSpPr>
          <p:cNvPr id="266" name="Google Shape;266;p33"/>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7" name="Google Shape;267;p33"/>
          <p:cNvCxnSpPr/>
          <p:nvPr/>
        </p:nvCxnSpPr>
        <p:spPr>
          <a:xfrm>
            <a:off x="4273200" y="487602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268" name="Google Shape;268;p33"/>
          <p:cNvCxnSpPr/>
          <p:nvPr/>
        </p:nvCxnSpPr>
        <p:spPr>
          <a:xfrm rot="10800000">
            <a:off x="711250" y="0"/>
            <a:ext cx="0" cy="4131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1">
  <p:cSld name="CUSTOM_10">
    <p:spTree>
      <p:nvGrpSpPr>
        <p:cNvPr id="1" name="Shape 269"/>
        <p:cNvGrpSpPr/>
        <p:nvPr/>
      </p:nvGrpSpPr>
      <p:grpSpPr>
        <a:xfrm>
          <a:off x="0" y="0"/>
          <a:ext cx="0" cy="0"/>
          <a:chOff x="0" y="0"/>
          <a:chExt cx="0" cy="0"/>
        </a:xfrm>
      </p:grpSpPr>
      <p:sp>
        <p:nvSpPr>
          <p:cNvPr id="270" name="Google Shape;270;p34"/>
          <p:cNvSpPr/>
          <p:nvPr/>
        </p:nvSpPr>
        <p:spPr>
          <a:xfrm rot="10800000">
            <a:off x="125" y="0"/>
            <a:ext cx="716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 name="Google Shape;271;p34"/>
          <p:cNvGrpSpPr/>
          <p:nvPr/>
        </p:nvGrpSpPr>
        <p:grpSpPr>
          <a:xfrm rot="10800000">
            <a:off x="0" y="363100"/>
            <a:ext cx="8860200" cy="4780400"/>
            <a:chOff x="283800" y="0"/>
            <a:chExt cx="8860200" cy="4780400"/>
          </a:xfrm>
        </p:grpSpPr>
        <p:cxnSp>
          <p:nvCxnSpPr>
            <p:cNvPr id="272" name="Google Shape;272;p34"/>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273" name="Google Shape;273;p34"/>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70650"/>
            <a:ext cx="7717500" cy="5499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a:endParaRPr/>
          </a:p>
        </p:txBody>
      </p:sp>
      <p:sp>
        <p:nvSpPr>
          <p:cNvPr id="7" name="Google Shape;7;p1"/>
          <p:cNvSpPr txBox="1">
            <a:spLocks noGrp="1"/>
          </p:cNvSpPr>
          <p:nvPr>
            <p:ph type="body" idx="1"/>
          </p:nvPr>
        </p:nvSpPr>
        <p:spPr>
          <a:xfrm>
            <a:off x="713225" y="1297400"/>
            <a:ext cx="7717500" cy="32715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marL="914400" lvl="1"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marL="1371600" lvl="2"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marL="1828800" lvl="3"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marL="2286000" lvl="4"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marL="2743200" lvl="5"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marL="3200400" lvl="6"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marL="3657600" lvl="7"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marL="4114800" lvl="8" indent="-3175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8.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5"/>
          <p:cNvSpPr txBox="1">
            <a:spLocks noGrp="1"/>
          </p:cNvSpPr>
          <p:nvPr>
            <p:ph type="ctrTitle"/>
          </p:nvPr>
        </p:nvSpPr>
        <p:spPr>
          <a:xfrm>
            <a:off x="661125" y="1132100"/>
            <a:ext cx="6566400" cy="16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100">
                <a:latin typeface="Times New Roman"/>
                <a:ea typeface="Times New Roman"/>
                <a:cs typeface="Times New Roman"/>
                <a:sym typeface="Times New Roman"/>
              </a:rPr>
              <a:t>CloudSphere</a:t>
            </a:r>
            <a:br>
              <a:rPr lang="en" sz="4100">
                <a:latin typeface="Times New Roman"/>
                <a:ea typeface="Times New Roman"/>
                <a:cs typeface="Times New Roman"/>
                <a:sym typeface="Times New Roman"/>
              </a:rPr>
            </a:br>
            <a:r>
              <a:rPr lang="en" sz="2100">
                <a:latin typeface="Times New Roman"/>
                <a:ea typeface="Times New Roman"/>
                <a:cs typeface="Times New Roman"/>
                <a:sym typeface="Times New Roman"/>
              </a:rPr>
              <a:t>The Future of Secure Team Collaboration</a:t>
            </a:r>
            <a:endParaRPr sz="1600">
              <a:latin typeface="Times New Roman"/>
              <a:ea typeface="Times New Roman"/>
              <a:cs typeface="Times New Roman"/>
              <a:sym typeface="Times New Roman"/>
            </a:endParaRPr>
          </a:p>
        </p:txBody>
      </p:sp>
      <p:sp>
        <p:nvSpPr>
          <p:cNvPr id="279" name="Google Shape;279;p35"/>
          <p:cNvSpPr txBox="1">
            <a:spLocks noGrp="1"/>
          </p:cNvSpPr>
          <p:nvPr>
            <p:ph type="subTitle" idx="1"/>
          </p:nvPr>
        </p:nvSpPr>
        <p:spPr>
          <a:xfrm>
            <a:off x="713225" y="3315975"/>
            <a:ext cx="5004900" cy="144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Times New Roman"/>
                <a:ea typeface="Times New Roman"/>
                <a:cs typeface="Times New Roman"/>
                <a:sym typeface="Times New Roman"/>
              </a:rPr>
              <a:t>By : 	Ayush Bhattarai </a:t>
            </a:r>
            <a:br>
              <a:rPr lang="en" sz="1600">
                <a:latin typeface="Times New Roman"/>
                <a:ea typeface="Times New Roman"/>
                <a:cs typeface="Times New Roman"/>
                <a:sym typeface="Times New Roman"/>
              </a:rPr>
            </a:br>
            <a:r>
              <a:rPr lang="en" sz="1600">
                <a:latin typeface="Times New Roman"/>
                <a:ea typeface="Times New Roman"/>
                <a:cs typeface="Times New Roman"/>
                <a:sym typeface="Times New Roman"/>
              </a:rPr>
              <a:t>	Lucky</a:t>
            </a:r>
            <a:br>
              <a:rPr lang="en" sz="1600">
                <a:latin typeface="Times New Roman"/>
                <a:ea typeface="Times New Roman"/>
                <a:cs typeface="Times New Roman"/>
                <a:sym typeface="Times New Roman"/>
              </a:rPr>
            </a:br>
            <a:r>
              <a:rPr lang="en" sz="1600">
                <a:latin typeface="Times New Roman"/>
                <a:ea typeface="Times New Roman"/>
                <a:cs typeface="Times New Roman"/>
                <a:sym typeface="Times New Roman"/>
              </a:rPr>
              <a:t>	Kshitij Kumar</a:t>
            </a:r>
            <a:endParaRPr sz="16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6"/>
          <p:cNvSpPr txBox="1">
            <a:spLocks noGrp="1"/>
          </p:cNvSpPr>
          <p:nvPr>
            <p:ph type="title"/>
          </p:nvPr>
        </p:nvSpPr>
        <p:spPr>
          <a:xfrm>
            <a:off x="855750" y="751600"/>
            <a:ext cx="7553100" cy="58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200"/>
              <a:t>What is a CloudSphere?</a:t>
            </a:r>
            <a:endParaRPr sz="2200"/>
          </a:p>
        </p:txBody>
      </p:sp>
      <p:sp>
        <p:nvSpPr>
          <p:cNvPr id="285" name="Google Shape;285;p36"/>
          <p:cNvSpPr txBox="1">
            <a:spLocks noGrp="1"/>
          </p:cNvSpPr>
          <p:nvPr>
            <p:ph type="subTitle" idx="1"/>
          </p:nvPr>
        </p:nvSpPr>
        <p:spPr>
          <a:xfrm>
            <a:off x="855800" y="1637100"/>
            <a:ext cx="7553100" cy="1793400"/>
          </a:xfrm>
          <a:prstGeom prst="rect">
            <a:avLst/>
          </a:prstGeom>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sz="1400">
                <a:latin typeface="Times New Roman"/>
                <a:ea typeface="Times New Roman"/>
                <a:cs typeface="Times New Roman"/>
                <a:sym typeface="Times New Roman"/>
              </a:rPr>
              <a:t>CloudSphere is a secure and decentralized team collaboration hub designed for real-time communication and task management. It integrates encrypted messaging, voice and video calls, and task tracking into a single, scalable platform. With end-to-end encryption security, CloudSphere ensures privacy while enabling seamless teamwork for businesses, remote teams, and privacy-conscious users.</a:t>
            </a:r>
            <a:endParaRPr sz="14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grpSp>
        <p:nvGrpSpPr>
          <p:cNvPr id="290" name="Google Shape;290;p37"/>
          <p:cNvGrpSpPr/>
          <p:nvPr/>
        </p:nvGrpSpPr>
        <p:grpSpPr>
          <a:xfrm>
            <a:off x="0" y="0"/>
            <a:ext cx="9144000" cy="2571600"/>
            <a:chOff x="0" y="0"/>
            <a:chExt cx="9144000" cy="2571600"/>
          </a:xfrm>
        </p:grpSpPr>
        <p:sp>
          <p:nvSpPr>
            <p:cNvPr id="291" name="Google Shape;291;p37"/>
            <p:cNvSpPr/>
            <p:nvPr/>
          </p:nvSpPr>
          <p:spPr>
            <a:xfrm>
              <a:off x="0" y="411675"/>
              <a:ext cx="9144000" cy="87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latin typeface="Times New Roman"/>
                  <a:ea typeface="Times New Roman"/>
                  <a:cs typeface="Times New Roman"/>
                  <a:sym typeface="Times New Roman"/>
                </a:rPr>
                <a:t>PROBLEM STATEMENT</a:t>
              </a:r>
              <a:endParaRPr sz="2700">
                <a:latin typeface="Times New Roman"/>
                <a:ea typeface="Times New Roman"/>
                <a:cs typeface="Times New Roman"/>
                <a:sym typeface="Times New Roman"/>
              </a:endParaRPr>
            </a:p>
          </p:txBody>
        </p:sp>
        <p:cxnSp>
          <p:nvCxnSpPr>
            <p:cNvPr id="292" name="Google Shape;292;p37"/>
            <p:cNvCxnSpPr/>
            <p:nvPr/>
          </p:nvCxnSpPr>
          <p:spPr>
            <a:xfrm>
              <a:off x="283800" y="0"/>
              <a:ext cx="0" cy="2571600"/>
            </a:xfrm>
            <a:prstGeom prst="straightConnector1">
              <a:avLst/>
            </a:prstGeom>
            <a:noFill/>
            <a:ln w="9525" cap="flat" cmpd="sng">
              <a:solidFill>
                <a:schemeClr val="dk1"/>
              </a:solidFill>
              <a:prstDash val="solid"/>
              <a:round/>
              <a:headEnd type="none" w="med" len="med"/>
              <a:tailEnd type="none" w="med" len="med"/>
            </a:ln>
          </p:spPr>
        </p:cxnSp>
      </p:grpSp>
      <p:sp>
        <p:nvSpPr>
          <p:cNvPr id="293" name="Google Shape;293;p37"/>
          <p:cNvSpPr txBox="1">
            <a:spLocks noGrp="1"/>
          </p:cNvSpPr>
          <p:nvPr>
            <p:ph type="subTitle" idx="1"/>
          </p:nvPr>
        </p:nvSpPr>
        <p:spPr>
          <a:xfrm>
            <a:off x="371400" y="1857375"/>
            <a:ext cx="8401200" cy="23049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600">
                <a:latin typeface="Times New Roman"/>
                <a:ea typeface="Times New Roman"/>
                <a:cs typeface="Times New Roman"/>
                <a:sym typeface="Times New Roman"/>
              </a:rPr>
              <a:t>In today's digital workspace, teams struggle with fragmented communication, security risks, and inefficient task management.</a:t>
            </a:r>
            <a:r>
              <a:rPr lang="en" sz="1600">
                <a:solidFill>
                  <a:srgbClr val="000000"/>
                </a:solidFill>
                <a:latin typeface="Times New Roman"/>
                <a:ea typeface="Times New Roman"/>
                <a:cs typeface="Times New Roman"/>
                <a:sym typeface="Times New Roman"/>
              </a:rPr>
              <a:t>Most team collaboration tools today have major flaws—either they lack strong security, store data on centralized servers, or force teams to juggle multiple apps for messaging, calls, and task management. Sensitive conversations and files are often not fully encrypted, leaving them vulnerable to breaches. At the same time, existing platforms don’t offer seamless task tracking, making it harder for teams to stay organized. There’s a clear need for a </a:t>
            </a:r>
            <a:r>
              <a:rPr lang="en" sz="1600" b="1">
                <a:solidFill>
                  <a:srgbClr val="000000"/>
                </a:solidFill>
                <a:latin typeface="Times New Roman"/>
                <a:ea typeface="Times New Roman"/>
                <a:cs typeface="Times New Roman"/>
                <a:sym typeface="Times New Roman"/>
              </a:rPr>
              <a:t>secure, all-in-one solution</a:t>
            </a:r>
            <a:r>
              <a:rPr lang="en" sz="1600">
                <a:solidFill>
                  <a:srgbClr val="000000"/>
                </a:solidFill>
                <a:latin typeface="Times New Roman"/>
                <a:ea typeface="Times New Roman"/>
                <a:cs typeface="Times New Roman"/>
                <a:sym typeface="Times New Roman"/>
              </a:rPr>
              <a:t> that brings together chat, calls, and task management while keeping privacy and control in the hands of users.</a:t>
            </a:r>
            <a:endParaRPr sz="16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298" name="Google Shape;298;p38"/>
          <p:cNvGrpSpPr/>
          <p:nvPr/>
        </p:nvGrpSpPr>
        <p:grpSpPr>
          <a:xfrm>
            <a:off x="0" y="0"/>
            <a:ext cx="9144000" cy="2571600"/>
            <a:chOff x="0" y="0"/>
            <a:chExt cx="9144000" cy="2571600"/>
          </a:xfrm>
        </p:grpSpPr>
        <p:sp>
          <p:nvSpPr>
            <p:cNvPr id="299" name="Google Shape;299;p38"/>
            <p:cNvSpPr/>
            <p:nvPr/>
          </p:nvSpPr>
          <p:spPr>
            <a:xfrm>
              <a:off x="0" y="411675"/>
              <a:ext cx="9144000" cy="87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latin typeface="Times New Roman"/>
                  <a:ea typeface="Times New Roman"/>
                  <a:cs typeface="Times New Roman"/>
                  <a:sym typeface="Times New Roman"/>
                </a:rPr>
                <a:t>OBJECTIVE</a:t>
              </a:r>
              <a:endParaRPr sz="2800">
                <a:latin typeface="Times New Roman"/>
                <a:ea typeface="Times New Roman"/>
                <a:cs typeface="Times New Roman"/>
                <a:sym typeface="Times New Roman"/>
              </a:endParaRPr>
            </a:p>
          </p:txBody>
        </p:sp>
        <p:cxnSp>
          <p:nvCxnSpPr>
            <p:cNvPr id="300" name="Google Shape;300;p38"/>
            <p:cNvCxnSpPr/>
            <p:nvPr/>
          </p:nvCxnSpPr>
          <p:spPr>
            <a:xfrm>
              <a:off x="283800" y="0"/>
              <a:ext cx="0" cy="2571600"/>
            </a:xfrm>
            <a:prstGeom prst="straightConnector1">
              <a:avLst/>
            </a:prstGeom>
            <a:noFill/>
            <a:ln w="9525" cap="flat" cmpd="sng">
              <a:solidFill>
                <a:schemeClr val="dk1"/>
              </a:solidFill>
              <a:prstDash val="solid"/>
              <a:round/>
              <a:headEnd type="none" w="med" len="med"/>
              <a:tailEnd type="none" w="med" len="med"/>
            </a:ln>
          </p:spPr>
        </p:cxnSp>
      </p:grpSp>
      <p:sp>
        <p:nvSpPr>
          <p:cNvPr id="301" name="Google Shape;301;p38"/>
          <p:cNvSpPr txBox="1">
            <a:spLocks noGrp="1"/>
          </p:cNvSpPr>
          <p:nvPr>
            <p:ph type="subTitle" idx="1"/>
          </p:nvPr>
        </p:nvSpPr>
        <p:spPr>
          <a:xfrm>
            <a:off x="371400" y="1857375"/>
            <a:ext cx="8401200" cy="2476500"/>
          </a:xfrm>
          <a:prstGeom prst="rect">
            <a:avLst/>
          </a:prstGeom>
        </p:spPr>
        <p:txBody>
          <a:bodyPr spcFirstLastPara="1" wrap="square" lIns="91425" tIns="91425" rIns="91425" bIns="91425" anchor="t" anchorCtr="0">
            <a:noAutofit/>
          </a:bodyPr>
          <a:lstStyle/>
          <a:p>
            <a:pPr marL="457200" lvl="0" indent="-317500" algn="just" rtl="0">
              <a:lnSpc>
                <a:spcPct val="150000"/>
              </a:lnSpc>
              <a:spcBef>
                <a:spcPts val="1200"/>
              </a:spcBef>
              <a:spcAft>
                <a:spcPts val="0"/>
              </a:spcAft>
              <a:buClr>
                <a:srgbClr val="000000"/>
              </a:buClr>
              <a:buSzPts val="1400"/>
              <a:buFont typeface="Arial"/>
              <a:buChar char="●"/>
            </a:pPr>
            <a:r>
              <a:rPr lang="en" sz="1400">
                <a:solidFill>
                  <a:srgbClr val="000000"/>
                </a:solidFill>
                <a:latin typeface="Times New Roman"/>
                <a:ea typeface="Times New Roman"/>
                <a:cs typeface="Times New Roman"/>
                <a:sym typeface="Times New Roman"/>
              </a:rPr>
              <a:t>Develop a </a:t>
            </a:r>
            <a:r>
              <a:rPr lang="en" sz="1400" b="1">
                <a:solidFill>
                  <a:srgbClr val="000000"/>
                </a:solidFill>
                <a:latin typeface="Times New Roman"/>
                <a:ea typeface="Times New Roman"/>
                <a:cs typeface="Times New Roman"/>
                <a:sym typeface="Times New Roman"/>
              </a:rPr>
              <a:t>secure and decentralized</a:t>
            </a:r>
            <a:r>
              <a:rPr lang="en" sz="1400">
                <a:solidFill>
                  <a:srgbClr val="000000"/>
                </a:solidFill>
                <a:latin typeface="Times New Roman"/>
                <a:ea typeface="Times New Roman"/>
                <a:cs typeface="Times New Roman"/>
                <a:sym typeface="Times New Roman"/>
              </a:rPr>
              <a:t> team collaboration platform.</a:t>
            </a:r>
            <a:endParaRPr sz="1400">
              <a:solidFill>
                <a:srgbClr val="000000"/>
              </a:solidFill>
              <a:latin typeface="Times New Roman"/>
              <a:ea typeface="Times New Roman"/>
              <a:cs typeface="Times New Roman"/>
              <a:sym typeface="Times New Roman"/>
            </a:endParaRPr>
          </a:p>
          <a:p>
            <a:pPr marL="457200" lvl="0" indent="-317500" algn="just" rtl="0">
              <a:lnSpc>
                <a:spcPct val="150000"/>
              </a:lnSpc>
              <a:spcBef>
                <a:spcPts val="0"/>
              </a:spcBef>
              <a:spcAft>
                <a:spcPts val="0"/>
              </a:spcAft>
              <a:buClr>
                <a:srgbClr val="000000"/>
              </a:buClr>
              <a:buSzPts val="1400"/>
              <a:buFont typeface="Arial"/>
              <a:buChar char="●"/>
            </a:pPr>
            <a:r>
              <a:rPr lang="en" sz="1400">
                <a:solidFill>
                  <a:srgbClr val="000000"/>
                </a:solidFill>
                <a:latin typeface="Times New Roman"/>
                <a:ea typeface="Times New Roman"/>
                <a:cs typeface="Times New Roman"/>
                <a:sym typeface="Times New Roman"/>
              </a:rPr>
              <a:t>Integrate </a:t>
            </a:r>
            <a:r>
              <a:rPr lang="en" sz="1400" b="1">
                <a:solidFill>
                  <a:srgbClr val="000000"/>
                </a:solidFill>
                <a:latin typeface="Times New Roman"/>
                <a:ea typeface="Times New Roman"/>
                <a:cs typeface="Times New Roman"/>
                <a:sym typeface="Times New Roman"/>
              </a:rPr>
              <a:t>real-time chat</a:t>
            </a:r>
            <a:r>
              <a:rPr lang="en" sz="1400">
                <a:solidFill>
                  <a:srgbClr val="000000"/>
                </a:solidFill>
                <a:latin typeface="Times New Roman"/>
                <a:ea typeface="Times New Roman"/>
                <a:cs typeface="Times New Roman"/>
                <a:sym typeface="Times New Roman"/>
              </a:rPr>
              <a:t> with group and direct messaging, including threaded conversations.</a:t>
            </a:r>
            <a:endParaRPr sz="1400">
              <a:solidFill>
                <a:srgbClr val="000000"/>
              </a:solidFill>
              <a:latin typeface="Times New Roman"/>
              <a:ea typeface="Times New Roman"/>
              <a:cs typeface="Times New Roman"/>
              <a:sym typeface="Times New Roman"/>
            </a:endParaRPr>
          </a:p>
          <a:p>
            <a:pPr marL="457200" lvl="0" indent="-317500" algn="just" rtl="0">
              <a:lnSpc>
                <a:spcPct val="150000"/>
              </a:lnSpc>
              <a:spcBef>
                <a:spcPts val="0"/>
              </a:spcBef>
              <a:spcAft>
                <a:spcPts val="0"/>
              </a:spcAft>
              <a:buClr>
                <a:srgbClr val="000000"/>
              </a:buClr>
              <a:buSzPts val="1400"/>
              <a:buFont typeface="Arial"/>
              <a:buChar char="●"/>
            </a:pPr>
            <a:r>
              <a:rPr lang="en" sz="1400">
                <a:solidFill>
                  <a:srgbClr val="000000"/>
                </a:solidFill>
                <a:latin typeface="Times New Roman"/>
                <a:ea typeface="Times New Roman"/>
                <a:cs typeface="Times New Roman"/>
                <a:sym typeface="Times New Roman"/>
              </a:rPr>
              <a:t>Provide </a:t>
            </a:r>
            <a:r>
              <a:rPr lang="en" sz="1400" b="1">
                <a:solidFill>
                  <a:srgbClr val="000000"/>
                </a:solidFill>
                <a:latin typeface="Times New Roman"/>
                <a:ea typeface="Times New Roman"/>
                <a:cs typeface="Times New Roman"/>
                <a:sym typeface="Times New Roman"/>
              </a:rPr>
              <a:t>secure voice and video calls</a:t>
            </a:r>
            <a:r>
              <a:rPr lang="en" sz="1400">
                <a:solidFill>
                  <a:srgbClr val="000000"/>
                </a:solidFill>
                <a:latin typeface="Times New Roman"/>
                <a:ea typeface="Times New Roman"/>
                <a:cs typeface="Times New Roman"/>
                <a:sym typeface="Times New Roman"/>
              </a:rPr>
              <a:t> with end-to-end encryption.</a:t>
            </a:r>
            <a:endParaRPr sz="1400">
              <a:solidFill>
                <a:srgbClr val="000000"/>
              </a:solidFill>
              <a:latin typeface="Times New Roman"/>
              <a:ea typeface="Times New Roman"/>
              <a:cs typeface="Times New Roman"/>
              <a:sym typeface="Times New Roman"/>
            </a:endParaRPr>
          </a:p>
          <a:p>
            <a:pPr marL="457200" lvl="0" indent="-317500" algn="just" rtl="0">
              <a:lnSpc>
                <a:spcPct val="150000"/>
              </a:lnSpc>
              <a:spcBef>
                <a:spcPts val="0"/>
              </a:spcBef>
              <a:spcAft>
                <a:spcPts val="0"/>
              </a:spcAft>
              <a:buClr>
                <a:srgbClr val="000000"/>
              </a:buClr>
              <a:buSzPts val="1400"/>
              <a:buFont typeface="Arial"/>
              <a:buChar char="●"/>
            </a:pPr>
            <a:r>
              <a:rPr lang="en" sz="1400">
                <a:solidFill>
                  <a:srgbClr val="000000"/>
                </a:solidFill>
                <a:latin typeface="Times New Roman"/>
                <a:ea typeface="Times New Roman"/>
                <a:cs typeface="Times New Roman"/>
                <a:sym typeface="Times New Roman"/>
              </a:rPr>
              <a:t>Implement </a:t>
            </a:r>
            <a:r>
              <a:rPr lang="en" sz="1400" b="1">
                <a:solidFill>
                  <a:srgbClr val="000000"/>
                </a:solidFill>
                <a:latin typeface="Times New Roman"/>
                <a:ea typeface="Times New Roman"/>
                <a:cs typeface="Times New Roman"/>
                <a:sym typeface="Times New Roman"/>
              </a:rPr>
              <a:t>task management</a:t>
            </a:r>
            <a:r>
              <a:rPr lang="en" sz="1400">
                <a:solidFill>
                  <a:srgbClr val="000000"/>
                </a:solidFill>
                <a:latin typeface="Times New Roman"/>
                <a:ea typeface="Times New Roman"/>
                <a:cs typeface="Times New Roman"/>
                <a:sym typeface="Times New Roman"/>
              </a:rPr>
              <a:t> for assigning tasks, tracking progress, and file uploads.</a:t>
            </a:r>
            <a:endParaRPr sz="1400">
              <a:solidFill>
                <a:srgbClr val="000000"/>
              </a:solidFill>
              <a:latin typeface="Times New Roman"/>
              <a:ea typeface="Times New Roman"/>
              <a:cs typeface="Times New Roman"/>
              <a:sym typeface="Times New Roman"/>
            </a:endParaRPr>
          </a:p>
          <a:p>
            <a:pPr marL="457200" lvl="0" indent="-317500" algn="just" rtl="0">
              <a:lnSpc>
                <a:spcPct val="150000"/>
              </a:lnSpc>
              <a:spcBef>
                <a:spcPts val="0"/>
              </a:spcBef>
              <a:spcAft>
                <a:spcPts val="0"/>
              </a:spcAft>
              <a:buClr>
                <a:srgbClr val="000000"/>
              </a:buClr>
              <a:buSzPts val="1400"/>
              <a:buFont typeface="Arial"/>
              <a:buChar char="●"/>
            </a:pPr>
            <a:r>
              <a:rPr lang="en" sz="1400">
                <a:solidFill>
                  <a:srgbClr val="000000"/>
                </a:solidFill>
                <a:latin typeface="Times New Roman"/>
                <a:ea typeface="Times New Roman"/>
                <a:cs typeface="Times New Roman"/>
                <a:sym typeface="Times New Roman"/>
              </a:rPr>
              <a:t>Ensure </a:t>
            </a:r>
            <a:r>
              <a:rPr lang="en" sz="1400" b="1">
                <a:solidFill>
                  <a:srgbClr val="000000"/>
                </a:solidFill>
                <a:latin typeface="Times New Roman"/>
                <a:ea typeface="Times New Roman"/>
                <a:cs typeface="Times New Roman"/>
                <a:sym typeface="Times New Roman"/>
              </a:rPr>
              <a:t>role-based access control</a:t>
            </a:r>
            <a:r>
              <a:rPr lang="en" sz="1400">
                <a:solidFill>
                  <a:srgbClr val="000000"/>
                </a:solidFill>
                <a:latin typeface="Times New Roman"/>
                <a:ea typeface="Times New Roman"/>
                <a:cs typeface="Times New Roman"/>
                <a:sym typeface="Times New Roman"/>
              </a:rPr>
              <a:t> for better user management.</a:t>
            </a:r>
            <a:endParaRPr sz="1400">
              <a:solidFill>
                <a:srgbClr val="000000"/>
              </a:solidFill>
              <a:latin typeface="Times New Roman"/>
              <a:ea typeface="Times New Roman"/>
              <a:cs typeface="Times New Roman"/>
              <a:sym typeface="Times New Roman"/>
            </a:endParaRPr>
          </a:p>
          <a:p>
            <a:pPr marL="457200" lvl="0" indent="-317500" algn="just" rtl="0">
              <a:lnSpc>
                <a:spcPct val="150000"/>
              </a:lnSpc>
              <a:spcBef>
                <a:spcPts val="0"/>
              </a:spcBef>
              <a:spcAft>
                <a:spcPts val="0"/>
              </a:spcAft>
              <a:buClr>
                <a:srgbClr val="000000"/>
              </a:buClr>
              <a:buSzPts val="1400"/>
              <a:buFont typeface="Arial"/>
              <a:buChar char="●"/>
            </a:pPr>
            <a:r>
              <a:rPr lang="en" sz="1400">
                <a:solidFill>
                  <a:srgbClr val="000000"/>
                </a:solidFill>
                <a:latin typeface="Times New Roman"/>
                <a:ea typeface="Times New Roman"/>
                <a:cs typeface="Times New Roman"/>
                <a:sym typeface="Times New Roman"/>
              </a:rPr>
              <a:t>Maintain </a:t>
            </a:r>
            <a:r>
              <a:rPr lang="en" sz="1400" b="1">
                <a:solidFill>
                  <a:srgbClr val="000000"/>
                </a:solidFill>
                <a:latin typeface="Times New Roman"/>
                <a:ea typeface="Times New Roman"/>
                <a:cs typeface="Times New Roman"/>
                <a:sym typeface="Times New Roman"/>
              </a:rPr>
              <a:t>strong encryption security</a:t>
            </a:r>
            <a:r>
              <a:rPr lang="en" sz="1400">
                <a:solidFill>
                  <a:srgbClr val="000000"/>
                </a:solidFill>
                <a:latin typeface="Times New Roman"/>
                <a:ea typeface="Times New Roman"/>
                <a:cs typeface="Times New Roman"/>
                <a:sym typeface="Times New Roman"/>
              </a:rPr>
              <a:t> to protect data and communications.</a:t>
            </a:r>
            <a:endParaRPr sz="1400">
              <a:solidFill>
                <a:srgbClr val="000000"/>
              </a:solidFill>
              <a:latin typeface="Times New Roman"/>
              <a:ea typeface="Times New Roman"/>
              <a:cs typeface="Times New Roman"/>
              <a:sym typeface="Times New Roman"/>
            </a:endParaRPr>
          </a:p>
          <a:p>
            <a:pPr marL="457200" lvl="0" indent="-317500" algn="just" rtl="0">
              <a:lnSpc>
                <a:spcPct val="150000"/>
              </a:lnSpc>
              <a:spcBef>
                <a:spcPts val="0"/>
              </a:spcBef>
              <a:spcAft>
                <a:spcPts val="0"/>
              </a:spcAft>
              <a:buClr>
                <a:srgbClr val="000000"/>
              </a:buClr>
              <a:buSzPts val="1400"/>
              <a:buFont typeface="Arial"/>
              <a:buChar char="●"/>
            </a:pPr>
            <a:r>
              <a:rPr lang="en" sz="1400">
                <a:solidFill>
                  <a:srgbClr val="000000"/>
                </a:solidFill>
                <a:latin typeface="Times New Roman"/>
                <a:ea typeface="Times New Roman"/>
                <a:cs typeface="Times New Roman"/>
                <a:sym typeface="Times New Roman"/>
              </a:rPr>
              <a:t>Create a </a:t>
            </a:r>
            <a:r>
              <a:rPr lang="en" sz="1400" b="1">
                <a:solidFill>
                  <a:srgbClr val="000000"/>
                </a:solidFill>
                <a:latin typeface="Times New Roman"/>
                <a:ea typeface="Times New Roman"/>
                <a:cs typeface="Times New Roman"/>
                <a:sym typeface="Times New Roman"/>
              </a:rPr>
              <a:t>scalable and efficient</a:t>
            </a:r>
            <a:r>
              <a:rPr lang="en" sz="1400">
                <a:solidFill>
                  <a:srgbClr val="000000"/>
                </a:solidFill>
                <a:latin typeface="Times New Roman"/>
                <a:ea typeface="Times New Roman"/>
                <a:cs typeface="Times New Roman"/>
                <a:sym typeface="Times New Roman"/>
              </a:rPr>
              <a:t> solution that eliminates the need for multiple tools.</a:t>
            </a:r>
            <a:endParaRPr sz="1400">
              <a:solidFill>
                <a:srgbClr val="000000"/>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endParaRPr sz="15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9"/>
          <p:cNvSpPr/>
          <p:nvPr/>
        </p:nvSpPr>
        <p:spPr>
          <a:xfrm>
            <a:off x="5182975" y="1546000"/>
            <a:ext cx="852900" cy="359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 name="Google Shape;307;p39"/>
          <p:cNvGrpSpPr/>
          <p:nvPr/>
        </p:nvGrpSpPr>
        <p:grpSpPr>
          <a:xfrm>
            <a:off x="-50" y="1546000"/>
            <a:ext cx="3955200" cy="3597600"/>
            <a:chOff x="-50" y="1546000"/>
            <a:chExt cx="3955200" cy="3597600"/>
          </a:xfrm>
        </p:grpSpPr>
        <p:sp>
          <p:nvSpPr>
            <p:cNvPr id="308" name="Google Shape;308;p39"/>
            <p:cNvSpPr/>
            <p:nvPr/>
          </p:nvSpPr>
          <p:spPr>
            <a:xfrm>
              <a:off x="948150" y="1546000"/>
              <a:ext cx="852900" cy="359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9" name="Google Shape;309;p39"/>
            <p:cNvCxnSpPr/>
            <p:nvPr/>
          </p:nvCxnSpPr>
          <p:spPr>
            <a:xfrm rot="10800000">
              <a:off x="-50" y="4876025"/>
              <a:ext cx="3955200" cy="0"/>
            </a:xfrm>
            <a:prstGeom prst="straightConnector1">
              <a:avLst/>
            </a:prstGeom>
            <a:noFill/>
            <a:ln w="9525" cap="flat" cmpd="sng">
              <a:solidFill>
                <a:schemeClr val="dk1"/>
              </a:solidFill>
              <a:prstDash val="solid"/>
              <a:round/>
              <a:headEnd type="none" w="med" len="med"/>
              <a:tailEnd type="none" w="med" len="med"/>
            </a:ln>
          </p:spPr>
        </p:cxnSp>
      </p:grpSp>
      <p:sp>
        <p:nvSpPr>
          <p:cNvPr id="310" name="Google Shape;310;p39"/>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a:latin typeface="Times New Roman"/>
                <a:ea typeface="Times New Roman"/>
                <a:cs typeface="Times New Roman"/>
                <a:sym typeface="Times New Roman"/>
              </a:rPr>
              <a:t>CORE FEATURES</a:t>
            </a:r>
            <a:endParaRPr sz="2800">
              <a:latin typeface="Times New Roman"/>
              <a:ea typeface="Times New Roman"/>
              <a:cs typeface="Times New Roman"/>
              <a:sym typeface="Times New Roman"/>
            </a:endParaRPr>
          </a:p>
        </p:txBody>
      </p:sp>
      <p:sp>
        <p:nvSpPr>
          <p:cNvPr id="311" name="Google Shape;311;p39"/>
          <p:cNvSpPr txBox="1">
            <a:spLocks noGrp="1"/>
          </p:cNvSpPr>
          <p:nvPr>
            <p:ph type="subTitle" idx="1"/>
          </p:nvPr>
        </p:nvSpPr>
        <p:spPr>
          <a:xfrm>
            <a:off x="1877250" y="1850002"/>
            <a:ext cx="2318700" cy="89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Group and direct messaging with threads.</a:t>
            </a:r>
            <a:endParaRPr>
              <a:latin typeface="Times New Roman"/>
              <a:ea typeface="Times New Roman"/>
              <a:cs typeface="Times New Roman"/>
              <a:sym typeface="Times New Roman"/>
            </a:endParaRPr>
          </a:p>
        </p:txBody>
      </p:sp>
      <p:sp>
        <p:nvSpPr>
          <p:cNvPr id="312" name="Google Shape;312;p39"/>
          <p:cNvSpPr txBox="1">
            <a:spLocks noGrp="1"/>
          </p:cNvSpPr>
          <p:nvPr>
            <p:ph type="subTitle" idx="2"/>
          </p:nvPr>
        </p:nvSpPr>
        <p:spPr>
          <a:xfrm>
            <a:off x="1877250" y="1375200"/>
            <a:ext cx="2318700" cy="52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a:latin typeface="Times New Roman"/>
                <a:ea typeface="Times New Roman"/>
                <a:cs typeface="Times New Roman"/>
                <a:sym typeface="Times New Roman"/>
              </a:rPr>
              <a:t>Real-Time Chat</a:t>
            </a:r>
            <a:endParaRPr sz="2000">
              <a:latin typeface="Times New Roman"/>
              <a:ea typeface="Times New Roman"/>
              <a:cs typeface="Times New Roman"/>
              <a:sym typeface="Times New Roman"/>
            </a:endParaRPr>
          </a:p>
        </p:txBody>
      </p:sp>
      <p:sp>
        <p:nvSpPr>
          <p:cNvPr id="313" name="Google Shape;313;p39"/>
          <p:cNvSpPr txBox="1">
            <a:spLocks noGrp="1"/>
          </p:cNvSpPr>
          <p:nvPr>
            <p:ph type="subTitle" idx="3"/>
          </p:nvPr>
        </p:nvSpPr>
        <p:spPr>
          <a:xfrm>
            <a:off x="1877250" y="3515601"/>
            <a:ext cx="2318700" cy="89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Assign tasks, track progress, and file uploads</a:t>
            </a:r>
            <a:endParaRPr>
              <a:latin typeface="Times New Roman"/>
              <a:ea typeface="Times New Roman"/>
              <a:cs typeface="Times New Roman"/>
              <a:sym typeface="Times New Roman"/>
            </a:endParaRPr>
          </a:p>
        </p:txBody>
      </p:sp>
      <p:sp>
        <p:nvSpPr>
          <p:cNvPr id="314" name="Google Shape;314;p39"/>
          <p:cNvSpPr txBox="1">
            <a:spLocks noGrp="1"/>
          </p:cNvSpPr>
          <p:nvPr>
            <p:ph type="subTitle" idx="4"/>
          </p:nvPr>
        </p:nvSpPr>
        <p:spPr>
          <a:xfrm>
            <a:off x="1877250" y="3040799"/>
            <a:ext cx="2318700" cy="52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rgbClr val="000000"/>
                </a:solidFill>
                <a:latin typeface="Times New Roman"/>
                <a:ea typeface="Times New Roman"/>
                <a:cs typeface="Times New Roman"/>
                <a:sym typeface="Times New Roman"/>
              </a:rPr>
              <a:t>Task Management</a:t>
            </a:r>
            <a:endParaRPr sz="2000">
              <a:latin typeface="Times New Roman"/>
              <a:ea typeface="Times New Roman"/>
              <a:cs typeface="Times New Roman"/>
              <a:sym typeface="Times New Roman"/>
            </a:endParaRPr>
          </a:p>
        </p:txBody>
      </p:sp>
      <p:sp>
        <p:nvSpPr>
          <p:cNvPr id="315" name="Google Shape;315;p39"/>
          <p:cNvSpPr txBox="1">
            <a:spLocks noGrp="1"/>
          </p:cNvSpPr>
          <p:nvPr>
            <p:ph type="subTitle" idx="5"/>
          </p:nvPr>
        </p:nvSpPr>
        <p:spPr>
          <a:xfrm>
            <a:off x="6112075" y="1850002"/>
            <a:ext cx="2318700" cy="89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Encrypted 1-on-1 and group calls</a:t>
            </a:r>
            <a:endParaRPr>
              <a:latin typeface="Times New Roman"/>
              <a:ea typeface="Times New Roman"/>
              <a:cs typeface="Times New Roman"/>
              <a:sym typeface="Times New Roman"/>
            </a:endParaRPr>
          </a:p>
        </p:txBody>
      </p:sp>
      <p:sp>
        <p:nvSpPr>
          <p:cNvPr id="316" name="Google Shape;316;p39"/>
          <p:cNvSpPr txBox="1">
            <a:spLocks noGrp="1"/>
          </p:cNvSpPr>
          <p:nvPr>
            <p:ph type="subTitle" idx="6"/>
          </p:nvPr>
        </p:nvSpPr>
        <p:spPr>
          <a:xfrm>
            <a:off x="6112075" y="1375200"/>
            <a:ext cx="2318700" cy="52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a:latin typeface="Times New Roman"/>
                <a:ea typeface="Times New Roman"/>
                <a:cs typeface="Times New Roman"/>
                <a:sym typeface="Times New Roman"/>
              </a:rPr>
              <a:t>Voice &amp; Video Calls</a:t>
            </a:r>
            <a:endParaRPr sz="2000">
              <a:latin typeface="Times New Roman"/>
              <a:ea typeface="Times New Roman"/>
              <a:cs typeface="Times New Roman"/>
              <a:sym typeface="Times New Roman"/>
            </a:endParaRPr>
          </a:p>
        </p:txBody>
      </p:sp>
      <p:sp>
        <p:nvSpPr>
          <p:cNvPr id="317" name="Google Shape;317;p39"/>
          <p:cNvSpPr txBox="1">
            <a:spLocks noGrp="1"/>
          </p:cNvSpPr>
          <p:nvPr>
            <p:ph type="subTitle" idx="7"/>
          </p:nvPr>
        </p:nvSpPr>
        <p:spPr>
          <a:xfrm>
            <a:off x="6112075" y="3515601"/>
            <a:ext cx="2318700" cy="89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Encryption, blockchain-based identity</a:t>
            </a:r>
            <a:endParaRPr>
              <a:latin typeface="Times New Roman"/>
              <a:ea typeface="Times New Roman"/>
              <a:cs typeface="Times New Roman"/>
              <a:sym typeface="Times New Roman"/>
            </a:endParaRPr>
          </a:p>
        </p:txBody>
      </p:sp>
      <p:sp>
        <p:nvSpPr>
          <p:cNvPr id="318" name="Google Shape;318;p39"/>
          <p:cNvSpPr txBox="1">
            <a:spLocks noGrp="1"/>
          </p:cNvSpPr>
          <p:nvPr>
            <p:ph type="subTitle" idx="8"/>
          </p:nvPr>
        </p:nvSpPr>
        <p:spPr>
          <a:xfrm>
            <a:off x="6112075" y="3040799"/>
            <a:ext cx="2318700" cy="52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a:latin typeface="Times New Roman"/>
                <a:ea typeface="Times New Roman"/>
                <a:cs typeface="Times New Roman"/>
                <a:sym typeface="Times New Roman"/>
              </a:rPr>
              <a:t>End-to-End Security</a:t>
            </a:r>
            <a:endParaRPr sz="2000">
              <a:latin typeface="Times New Roman"/>
              <a:ea typeface="Times New Roman"/>
              <a:cs typeface="Times New Roman"/>
              <a:sym typeface="Times New Roman"/>
            </a:endParaRPr>
          </a:p>
        </p:txBody>
      </p:sp>
      <p:grpSp>
        <p:nvGrpSpPr>
          <p:cNvPr id="319" name="Google Shape;319;p39"/>
          <p:cNvGrpSpPr/>
          <p:nvPr/>
        </p:nvGrpSpPr>
        <p:grpSpPr>
          <a:xfrm>
            <a:off x="1099433" y="3505423"/>
            <a:ext cx="550334" cy="469129"/>
            <a:chOff x="-6481175" y="2780663"/>
            <a:chExt cx="1402125" cy="1189475"/>
          </a:xfrm>
        </p:grpSpPr>
        <p:sp>
          <p:nvSpPr>
            <p:cNvPr id="320" name="Google Shape;320;p39"/>
            <p:cNvSpPr/>
            <p:nvPr/>
          </p:nvSpPr>
          <p:spPr>
            <a:xfrm>
              <a:off x="-6480600" y="3429563"/>
              <a:ext cx="1401550" cy="540575"/>
            </a:xfrm>
            <a:custGeom>
              <a:avLst/>
              <a:gdLst/>
              <a:ahLst/>
              <a:cxnLst/>
              <a:rect l="l" t="t" r="r" b="b"/>
              <a:pathLst>
                <a:path w="56062" h="21623" extrusionOk="0">
                  <a:moveTo>
                    <a:pt x="40786" y="8402"/>
                  </a:moveTo>
                  <a:cubicBezTo>
                    <a:pt x="44126" y="8402"/>
                    <a:pt x="47463" y="9039"/>
                    <a:pt x="50638" y="10314"/>
                  </a:cubicBezTo>
                  <a:lnTo>
                    <a:pt x="52724" y="11148"/>
                  </a:lnTo>
                  <a:lnTo>
                    <a:pt x="52724" y="14879"/>
                  </a:lnTo>
                  <a:lnTo>
                    <a:pt x="28854" y="14879"/>
                  </a:lnTo>
                  <a:lnTo>
                    <a:pt x="28854" y="11148"/>
                  </a:lnTo>
                  <a:lnTo>
                    <a:pt x="30916" y="10314"/>
                  </a:lnTo>
                  <a:cubicBezTo>
                    <a:pt x="34103" y="9039"/>
                    <a:pt x="37446" y="8402"/>
                    <a:pt x="40786" y="8402"/>
                  </a:cubicBezTo>
                  <a:close/>
                  <a:moveTo>
                    <a:pt x="15261" y="8402"/>
                  </a:moveTo>
                  <a:cubicBezTo>
                    <a:pt x="18604" y="8402"/>
                    <a:pt x="21947" y="9039"/>
                    <a:pt x="25122" y="10314"/>
                  </a:cubicBezTo>
                  <a:lnTo>
                    <a:pt x="27208" y="11148"/>
                  </a:lnTo>
                  <a:lnTo>
                    <a:pt x="27208" y="14879"/>
                  </a:lnTo>
                  <a:lnTo>
                    <a:pt x="19259" y="14879"/>
                  </a:lnTo>
                  <a:cubicBezTo>
                    <a:pt x="18796" y="14879"/>
                    <a:pt x="18448" y="15250"/>
                    <a:pt x="18448" y="15690"/>
                  </a:cubicBezTo>
                  <a:cubicBezTo>
                    <a:pt x="18448" y="16154"/>
                    <a:pt x="18796" y="16524"/>
                    <a:pt x="19259" y="16524"/>
                  </a:cubicBezTo>
                  <a:lnTo>
                    <a:pt x="54416" y="16524"/>
                  </a:lnTo>
                  <a:lnTo>
                    <a:pt x="54416" y="18286"/>
                  </a:lnTo>
                  <a:lnTo>
                    <a:pt x="30383" y="18286"/>
                  </a:lnTo>
                  <a:cubicBezTo>
                    <a:pt x="29711" y="18286"/>
                    <a:pt x="29085" y="18726"/>
                    <a:pt x="28854" y="19375"/>
                  </a:cubicBezTo>
                  <a:cubicBezTo>
                    <a:pt x="28738" y="19746"/>
                    <a:pt x="28390" y="19978"/>
                    <a:pt x="28019" y="19978"/>
                  </a:cubicBezTo>
                  <a:cubicBezTo>
                    <a:pt x="27649" y="19978"/>
                    <a:pt x="27324" y="19746"/>
                    <a:pt x="27185" y="19375"/>
                  </a:cubicBezTo>
                  <a:cubicBezTo>
                    <a:pt x="26953" y="18726"/>
                    <a:pt x="26351" y="18286"/>
                    <a:pt x="25655" y="18286"/>
                  </a:cubicBezTo>
                  <a:lnTo>
                    <a:pt x="1623" y="18286"/>
                  </a:lnTo>
                  <a:lnTo>
                    <a:pt x="1623" y="16524"/>
                  </a:lnTo>
                  <a:lnTo>
                    <a:pt x="15435" y="16524"/>
                  </a:lnTo>
                  <a:cubicBezTo>
                    <a:pt x="15876" y="16524"/>
                    <a:pt x="16246" y="16154"/>
                    <a:pt x="16246" y="15690"/>
                  </a:cubicBezTo>
                  <a:cubicBezTo>
                    <a:pt x="16246" y="15250"/>
                    <a:pt x="15876" y="14879"/>
                    <a:pt x="15435" y="14879"/>
                  </a:cubicBezTo>
                  <a:lnTo>
                    <a:pt x="3338" y="14879"/>
                  </a:lnTo>
                  <a:lnTo>
                    <a:pt x="3338" y="11148"/>
                  </a:lnTo>
                  <a:lnTo>
                    <a:pt x="5400" y="10314"/>
                  </a:lnTo>
                  <a:cubicBezTo>
                    <a:pt x="8575" y="9039"/>
                    <a:pt x="11918" y="8402"/>
                    <a:pt x="15261" y="8402"/>
                  </a:cubicBezTo>
                  <a:close/>
                  <a:moveTo>
                    <a:pt x="51403" y="1"/>
                  </a:moveTo>
                  <a:lnTo>
                    <a:pt x="48807" y="47"/>
                  </a:lnTo>
                  <a:cubicBezTo>
                    <a:pt x="41530" y="140"/>
                    <a:pt x="34647" y="2967"/>
                    <a:pt x="29456" y="8066"/>
                  </a:cubicBezTo>
                  <a:lnTo>
                    <a:pt x="27950" y="9502"/>
                  </a:lnTo>
                  <a:lnTo>
                    <a:pt x="26281" y="8274"/>
                  </a:lnTo>
                  <a:cubicBezTo>
                    <a:pt x="21381" y="4604"/>
                    <a:pt x="15510" y="2644"/>
                    <a:pt x="9459" y="2644"/>
                  </a:cubicBezTo>
                  <a:cubicBezTo>
                    <a:pt x="8327" y="2644"/>
                    <a:pt x="7189" y="2712"/>
                    <a:pt x="6049" y="2851"/>
                  </a:cubicBezTo>
                  <a:lnTo>
                    <a:pt x="3477" y="3152"/>
                  </a:lnTo>
                  <a:cubicBezTo>
                    <a:pt x="3013" y="3199"/>
                    <a:pt x="2689" y="3616"/>
                    <a:pt x="2758" y="4056"/>
                  </a:cubicBezTo>
                  <a:cubicBezTo>
                    <a:pt x="2801" y="4478"/>
                    <a:pt x="3149" y="4784"/>
                    <a:pt x="3543" y="4784"/>
                  </a:cubicBezTo>
                  <a:cubicBezTo>
                    <a:pt x="3582" y="4784"/>
                    <a:pt x="3622" y="4781"/>
                    <a:pt x="3662" y="4775"/>
                  </a:cubicBezTo>
                  <a:lnTo>
                    <a:pt x="6258" y="4473"/>
                  </a:lnTo>
                  <a:cubicBezTo>
                    <a:pt x="7315" y="4347"/>
                    <a:pt x="8372" y="4285"/>
                    <a:pt x="9424" y="4285"/>
                  </a:cubicBezTo>
                  <a:cubicBezTo>
                    <a:pt x="13977" y="4285"/>
                    <a:pt x="18439" y="5455"/>
                    <a:pt x="22411" y="7695"/>
                  </a:cubicBezTo>
                  <a:cubicBezTo>
                    <a:pt x="20064" y="7078"/>
                    <a:pt x="17665" y="6770"/>
                    <a:pt x="15266" y="6770"/>
                  </a:cubicBezTo>
                  <a:cubicBezTo>
                    <a:pt x="11718" y="6770"/>
                    <a:pt x="8171" y="7443"/>
                    <a:pt x="4798" y="8784"/>
                  </a:cubicBezTo>
                  <a:lnTo>
                    <a:pt x="2388" y="9757"/>
                  </a:lnTo>
                  <a:cubicBezTo>
                    <a:pt x="1970" y="9920"/>
                    <a:pt x="1692" y="10314"/>
                    <a:pt x="1692" y="10777"/>
                  </a:cubicBezTo>
                  <a:lnTo>
                    <a:pt x="1692" y="14879"/>
                  </a:lnTo>
                  <a:lnTo>
                    <a:pt x="1623" y="14879"/>
                  </a:lnTo>
                  <a:cubicBezTo>
                    <a:pt x="719" y="14879"/>
                    <a:pt x="1" y="15597"/>
                    <a:pt x="1" y="16524"/>
                  </a:cubicBezTo>
                  <a:lnTo>
                    <a:pt x="1" y="18263"/>
                  </a:lnTo>
                  <a:cubicBezTo>
                    <a:pt x="1" y="19190"/>
                    <a:pt x="719" y="19908"/>
                    <a:pt x="1623" y="19908"/>
                  </a:cubicBezTo>
                  <a:lnTo>
                    <a:pt x="25655" y="19908"/>
                  </a:lnTo>
                  <a:cubicBezTo>
                    <a:pt x="25655" y="19908"/>
                    <a:pt x="25655" y="19908"/>
                    <a:pt x="25655" y="19931"/>
                  </a:cubicBezTo>
                  <a:cubicBezTo>
                    <a:pt x="26003" y="20928"/>
                    <a:pt x="26953" y="21623"/>
                    <a:pt x="28042" y="21623"/>
                  </a:cubicBezTo>
                  <a:cubicBezTo>
                    <a:pt x="29109" y="21623"/>
                    <a:pt x="30059" y="20928"/>
                    <a:pt x="30406" y="19931"/>
                  </a:cubicBezTo>
                  <a:lnTo>
                    <a:pt x="30406" y="19908"/>
                  </a:lnTo>
                  <a:lnTo>
                    <a:pt x="54439" y="19908"/>
                  </a:lnTo>
                  <a:cubicBezTo>
                    <a:pt x="55343" y="19908"/>
                    <a:pt x="56061" y="19190"/>
                    <a:pt x="56061" y="18263"/>
                  </a:cubicBezTo>
                  <a:lnTo>
                    <a:pt x="56061" y="16524"/>
                  </a:lnTo>
                  <a:cubicBezTo>
                    <a:pt x="56061" y="15597"/>
                    <a:pt x="55343" y="14879"/>
                    <a:pt x="54439" y="14879"/>
                  </a:cubicBezTo>
                  <a:lnTo>
                    <a:pt x="54370" y="14879"/>
                  </a:lnTo>
                  <a:lnTo>
                    <a:pt x="54370" y="10777"/>
                  </a:lnTo>
                  <a:cubicBezTo>
                    <a:pt x="54370" y="10314"/>
                    <a:pt x="54091" y="9920"/>
                    <a:pt x="53674" y="9757"/>
                  </a:cubicBezTo>
                  <a:lnTo>
                    <a:pt x="51264" y="8784"/>
                  </a:lnTo>
                  <a:cubicBezTo>
                    <a:pt x="47880" y="7438"/>
                    <a:pt x="44331" y="6763"/>
                    <a:pt x="40787" y="6763"/>
                  </a:cubicBezTo>
                  <a:cubicBezTo>
                    <a:pt x="37680" y="6763"/>
                    <a:pt x="34576" y="7281"/>
                    <a:pt x="31588" y="8320"/>
                  </a:cubicBezTo>
                  <a:cubicBezTo>
                    <a:pt x="36339" y="4103"/>
                    <a:pt x="42411" y="1762"/>
                    <a:pt x="48831" y="1692"/>
                  </a:cubicBezTo>
                  <a:lnTo>
                    <a:pt x="51426" y="1646"/>
                  </a:lnTo>
                  <a:cubicBezTo>
                    <a:pt x="51890" y="1646"/>
                    <a:pt x="52237" y="1275"/>
                    <a:pt x="52237" y="812"/>
                  </a:cubicBezTo>
                  <a:cubicBezTo>
                    <a:pt x="52237" y="371"/>
                    <a:pt x="51867" y="1"/>
                    <a:pt x="514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9"/>
            <p:cNvSpPr/>
            <p:nvPr/>
          </p:nvSpPr>
          <p:spPr>
            <a:xfrm>
              <a:off x="-5989275" y="2908088"/>
              <a:ext cx="418900" cy="636800"/>
            </a:xfrm>
            <a:custGeom>
              <a:avLst/>
              <a:gdLst/>
              <a:ahLst/>
              <a:cxnLst/>
              <a:rect l="l" t="t" r="r" b="b"/>
              <a:pathLst>
                <a:path w="16756" h="25472" extrusionOk="0">
                  <a:moveTo>
                    <a:pt x="8575" y="1647"/>
                  </a:moveTo>
                  <a:cubicBezTo>
                    <a:pt x="12190" y="1740"/>
                    <a:pt x="15110" y="4753"/>
                    <a:pt x="15110" y="8368"/>
                  </a:cubicBezTo>
                  <a:cubicBezTo>
                    <a:pt x="15110" y="9318"/>
                    <a:pt x="14879" y="11729"/>
                    <a:pt x="12677" y="13583"/>
                  </a:cubicBezTo>
                  <a:cubicBezTo>
                    <a:pt x="12399" y="13814"/>
                    <a:pt x="12167" y="14092"/>
                    <a:pt x="11982" y="14417"/>
                  </a:cubicBezTo>
                  <a:lnTo>
                    <a:pt x="10985" y="16456"/>
                  </a:lnTo>
                  <a:cubicBezTo>
                    <a:pt x="10800" y="16804"/>
                    <a:pt x="10452" y="17012"/>
                    <a:pt x="10081" y="17012"/>
                  </a:cubicBezTo>
                  <a:lnTo>
                    <a:pt x="9201" y="17012"/>
                  </a:lnTo>
                  <a:lnTo>
                    <a:pt x="9201" y="13073"/>
                  </a:lnTo>
                  <a:lnTo>
                    <a:pt x="10661" y="11613"/>
                  </a:lnTo>
                  <a:cubicBezTo>
                    <a:pt x="10985" y="11288"/>
                    <a:pt x="10985" y="10778"/>
                    <a:pt x="10661" y="10454"/>
                  </a:cubicBezTo>
                  <a:cubicBezTo>
                    <a:pt x="10498" y="10292"/>
                    <a:pt x="10284" y="10211"/>
                    <a:pt x="10073" y="10211"/>
                  </a:cubicBezTo>
                  <a:cubicBezTo>
                    <a:pt x="9861" y="10211"/>
                    <a:pt x="9653" y="10292"/>
                    <a:pt x="9502" y="10454"/>
                  </a:cubicBezTo>
                  <a:lnTo>
                    <a:pt x="8366" y="11566"/>
                  </a:lnTo>
                  <a:lnTo>
                    <a:pt x="7254" y="10454"/>
                  </a:lnTo>
                  <a:cubicBezTo>
                    <a:pt x="7092" y="10292"/>
                    <a:pt x="6877" y="10211"/>
                    <a:pt x="6666" y="10211"/>
                  </a:cubicBezTo>
                  <a:cubicBezTo>
                    <a:pt x="6454" y="10211"/>
                    <a:pt x="6246" y="10292"/>
                    <a:pt x="6095" y="10454"/>
                  </a:cubicBezTo>
                  <a:cubicBezTo>
                    <a:pt x="5771" y="10778"/>
                    <a:pt x="5771" y="11288"/>
                    <a:pt x="6095" y="11613"/>
                  </a:cubicBezTo>
                  <a:lnTo>
                    <a:pt x="7555" y="13073"/>
                  </a:lnTo>
                  <a:lnTo>
                    <a:pt x="7555" y="17012"/>
                  </a:lnTo>
                  <a:lnTo>
                    <a:pt x="6651" y="17012"/>
                  </a:lnTo>
                  <a:cubicBezTo>
                    <a:pt x="6281" y="17012"/>
                    <a:pt x="5933" y="16804"/>
                    <a:pt x="5771" y="16456"/>
                  </a:cubicBezTo>
                  <a:lnTo>
                    <a:pt x="4751" y="14417"/>
                  </a:lnTo>
                  <a:cubicBezTo>
                    <a:pt x="4589" y="14092"/>
                    <a:pt x="4357" y="13814"/>
                    <a:pt x="4056" y="13583"/>
                  </a:cubicBezTo>
                  <a:cubicBezTo>
                    <a:pt x="2526" y="12285"/>
                    <a:pt x="1622" y="10384"/>
                    <a:pt x="1622" y="8368"/>
                  </a:cubicBezTo>
                  <a:cubicBezTo>
                    <a:pt x="1622" y="6537"/>
                    <a:pt x="2364" y="4846"/>
                    <a:pt x="3662" y="3548"/>
                  </a:cubicBezTo>
                  <a:lnTo>
                    <a:pt x="3662" y="3571"/>
                  </a:lnTo>
                  <a:cubicBezTo>
                    <a:pt x="4936" y="2319"/>
                    <a:pt x="6605" y="1647"/>
                    <a:pt x="8366" y="1647"/>
                  </a:cubicBezTo>
                  <a:close/>
                  <a:moveTo>
                    <a:pt x="10962" y="18658"/>
                  </a:moveTo>
                  <a:lnTo>
                    <a:pt x="10962" y="19863"/>
                  </a:lnTo>
                  <a:cubicBezTo>
                    <a:pt x="10962" y="20164"/>
                    <a:pt x="10707" y="20419"/>
                    <a:pt x="10406" y="20419"/>
                  </a:cubicBezTo>
                  <a:lnTo>
                    <a:pt x="6350" y="20419"/>
                  </a:lnTo>
                  <a:cubicBezTo>
                    <a:pt x="6049" y="20419"/>
                    <a:pt x="5794" y="20164"/>
                    <a:pt x="5794" y="19863"/>
                  </a:cubicBezTo>
                  <a:lnTo>
                    <a:pt x="5794" y="18658"/>
                  </a:lnTo>
                  <a:close/>
                  <a:moveTo>
                    <a:pt x="9247" y="22065"/>
                  </a:moveTo>
                  <a:lnTo>
                    <a:pt x="9247" y="22945"/>
                  </a:lnTo>
                  <a:cubicBezTo>
                    <a:pt x="9247" y="23432"/>
                    <a:pt x="8853" y="23826"/>
                    <a:pt x="8366" y="23826"/>
                  </a:cubicBezTo>
                  <a:cubicBezTo>
                    <a:pt x="7880" y="23826"/>
                    <a:pt x="7486" y="23432"/>
                    <a:pt x="7486" y="22945"/>
                  </a:cubicBezTo>
                  <a:lnTo>
                    <a:pt x="7486" y="22065"/>
                  </a:lnTo>
                  <a:close/>
                  <a:moveTo>
                    <a:pt x="8440" y="0"/>
                  </a:moveTo>
                  <a:cubicBezTo>
                    <a:pt x="6214" y="0"/>
                    <a:pt x="4128" y="832"/>
                    <a:pt x="2526" y="2389"/>
                  </a:cubicBezTo>
                  <a:cubicBezTo>
                    <a:pt x="904" y="3988"/>
                    <a:pt x="0" y="6097"/>
                    <a:pt x="0" y="8368"/>
                  </a:cubicBezTo>
                  <a:cubicBezTo>
                    <a:pt x="0" y="10894"/>
                    <a:pt x="1089" y="13235"/>
                    <a:pt x="3036" y="14834"/>
                  </a:cubicBezTo>
                  <a:cubicBezTo>
                    <a:pt x="3129" y="14927"/>
                    <a:pt x="3221" y="15043"/>
                    <a:pt x="3291" y="15158"/>
                  </a:cubicBezTo>
                  <a:lnTo>
                    <a:pt x="4218" y="17012"/>
                  </a:lnTo>
                  <a:lnTo>
                    <a:pt x="3268" y="17012"/>
                  </a:lnTo>
                  <a:cubicBezTo>
                    <a:pt x="2804" y="17012"/>
                    <a:pt x="2457" y="17383"/>
                    <a:pt x="2457" y="17847"/>
                  </a:cubicBezTo>
                  <a:cubicBezTo>
                    <a:pt x="2457" y="18287"/>
                    <a:pt x="2804" y="18658"/>
                    <a:pt x="3268" y="18658"/>
                  </a:cubicBezTo>
                  <a:lnTo>
                    <a:pt x="4148" y="18658"/>
                  </a:lnTo>
                  <a:lnTo>
                    <a:pt x="4148" y="19863"/>
                  </a:lnTo>
                  <a:cubicBezTo>
                    <a:pt x="4148" y="20906"/>
                    <a:pt x="4867" y="21787"/>
                    <a:pt x="5840" y="21995"/>
                  </a:cubicBezTo>
                  <a:lnTo>
                    <a:pt x="5840" y="22945"/>
                  </a:lnTo>
                  <a:cubicBezTo>
                    <a:pt x="5840" y="24336"/>
                    <a:pt x="6976" y="25471"/>
                    <a:pt x="8366" y="25471"/>
                  </a:cubicBezTo>
                  <a:cubicBezTo>
                    <a:pt x="9757" y="25471"/>
                    <a:pt x="10892" y="24336"/>
                    <a:pt x="10892" y="22945"/>
                  </a:cubicBezTo>
                  <a:lnTo>
                    <a:pt x="10892" y="21995"/>
                  </a:lnTo>
                  <a:cubicBezTo>
                    <a:pt x="11866" y="21787"/>
                    <a:pt x="12607" y="20906"/>
                    <a:pt x="12607" y="19863"/>
                  </a:cubicBezTo>
                  <a:lnTo>
                    <a:pt x="12607" y="18658"/>
                  </a:lnTo>
                  <a:lnTo>
                    <a:pt x="13488" y="18658"/>
                  </a:lnTo>
                  <a:cubicBezTo>
                    <a:pt x="13928" y="18658"/>
                    <a:pt x="14299" y="18287"/>
                    <a:pt x="14299" y="17847"/>
                  </a:cubicBezTo>
                  <a:cubicBezTo>
                    <a:pt x="14299" y="17383"/>
                    <a:pt x="13928" y="17012"/>
                    <a:pt x="13488" y="17012"/>
                  </a:cubicBezTo>
                  <a:lnTo>
                    <a:pt x="12538" y="17012"/>
                  </a:lnTo>
                  <a:lnTo>
                    <a:pt x="13465" y="15158"/>
                  </a:lnTo>
                  <a:cubicBezTo>
                    <a:pt x="13534" y="15043"/>
                    <a:pt x="13604" y="14927"/>
                    <a:pt x="13720" y="14834"/>
                  </a:cubicBezTo>
                  <a:cubicBezTo>
                    <a:pt x="15667" y="13235"/>
                    <a:pt x="16756" y="10871"/>
                    <a:pt x="16756" y="8368"/>
                  </a:cubicBezTo>
                  <a:cubicBezTo>
                    <a:pt x="16756" y="6213"/>
                    <a:pt x="15945" y="4173"/>
                    <a:pt x="14415" y="2598"/>
                  </a:cubicBezTo>
                  <a:cubicBezTo>
                    <a:pt x="12885" y="998"/>
                    <a:pt x="10823" y="71"/>
                    <a:pt x="8621" y="2"/>
                  </a:cubicBezTo>
                  <a:cubicBezTo>
                    <a:pt x="8561" y="1"/>
                    <a:pt x="8500" y="0"/>
                    <a:pt x="84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9"/>
            <p:cNvSpPr/>
            <p:nvPr/>
          </p:nvSpPr>
          <p:spPr>
            <a:xfrm>
              <a:off x="-5800400" y="2780663"/>
              <a:ext cx="41150" cy="83450"/>
            </a:xfrm>
            <a:custGeom>
              <a:avLst/>
              <a:gdLst/>
              <a:ahLst/>
              <a:cxnLst/>
              <a:rect l="l" t="t" r="r" b="b"/>
              <a:pathLst>
                <a:path w="1646" h="3338" extrusionOk="0">
                  <a:moveTo>
                    <a:pt x="811" y="0"/>
                  </a:moveTo>
                  <a:cubicBezTo>
                    <a:pt x="371" y="0"/>
                    <a:pt x="0" y="371"/>
                    <a:pt x="0" y="812"/>
                  </a:cubicBezTo>
                  <a:lnTo>
                    <a:pt x="0" y="2526"/>
                  </a:lnTo>
                  <a:cubicBezTo>
                    <a:pt x="0" y="2967"/>
                    <a:pt x="371" y="3338"/>
                    <a:pt x="811" y="3338"/>
                  </a:cubicBezTo>
                  <a:cubicBezTo>
                    <a:pt x="1275" y="3338"/>
                    <a:pt x="1646" y="2967"/>
                    <a:pt x="1646" y="2526"/>
                  </a:cubicBezTo>
                  <a:lnTo>
                    <a:pt x="1646" y="812"/>
                  </a:lnTo>
                  <a:cubicBezTo>
                    <a:pt x="1646" y="371"/>
                    <a:pt x="1275" y="0"/>
                    <a:pt x="8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9"/>
            <p:cNvSpPr/>
            <p:nvPr/>
          </p:nvSpPr>
          <p:spPr>
            <a:xfrm>
              <a:off x="-5917450" y="2792913"/>
              <a:ext cx="67825" cy="78150"/>
            </a:xfrm>
            <a:custGeom>
              <a:avLst/>
              <a:gdLst/>
              <a:ahLst/>
              <a:cxnLst/>
              <a:rect l="l" t="t" r="r" b="b"/>
              <a:pathLst>
                <a:path w="2713" h="3126" extrusionOk="0">
                  <a:moveTo>
                    <a:pt x="931" y="0"/>
                  </a:moveTo>
                  <a:cubicBezTo>
                    <a:pt x="793" y="0"/>
                    <a:pt x="656" y="37"/>
                    <a:pt x="534" y="113"/>
                  </a:cubicBezTo>
                  <a:cubicBezTo>
                    <a:pt x="117" y="345"/>
                    <a:pt x="1" y="831"/>
                    <a:pt x="233" y="1225"/>
                  </a:cubicBezTo>
                  <a:lnTo>
                    <a:pt x="1067" y="2709"/>
                  </a:lnTo>
                  <a:cubicBezTo>
                    <a:pt x="1229" y="2963"/>
                    <a:pt x="1507" y="3126"/>
                    <a:pt x="1785" y="3126"/>
                  </a:cubicBezTo>
                  <a:cubicBezTo>
                    <a:pt x="1924" y="3126"/>
                    <a:pt x="2063" y="3079"/>
                    <a:pt x="2202" y="3010"/>
                  </a:cubicBezTo>
                  <a:cubicBezTo>
                    <a:pt x="2596" y="2778"/>
                    <a:pt x="2712" y="2268"/>
                    <a:pt x="2504" y="1897"/>
                  </a:cubicBezTo>
                  <a:lnTo>
                    <a:pt x="1646" y="414"/>
                  </a:lnTo>
                  <a:cubicBezTo>
                    <a:pt x="1491" y="150"/>
                    <a:pt x="1210" y="0"/>
                    <a:pt x="9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9"/>
            <p:cNvSpPr/>
            <p:nvPr/>
          </p:nvSpPr>
          <p:spPr>
            <a:xfrm>
              <a:off x="-5710600" y="2792913"/>
              <a:ext cx="68400" cy="78150"/>
            </a:xfrm>
            <a:custGeom>
              <a:avLst/>
              <a:gdLst/>
              <a:ahLst/>
              <a:cxnLst/>
              <a:rect l="l" t="t" r="r" b="b"/>
              <a:pathLst>
                <a:path w="2736" h="3126" extrusionOk="0">
                  <a:moveTo>
                    <a:pt x="1795" y="0"/>
                  </a:moveTo>
                  <a:cubicBezTo>
                    <a:pt x="1515" y="0"/>
                    <a:pt x="1245" y="150"/>
                    <a:pt x="1090" y="414"/>
                  </a:cubicBezTo>
                  <a:lnTo>
                    <a:pt x="232" y="1897"/>
                  </a:lnTo>
                  <a:cubicBezTo>
                    <a:pt x="0" y="2291"/>
                    <a:pt x="139" y="2778"/>
                    <a:pt x="533" y="3010"/>
                  </a:cubicBezTo>
                  <a:cubicBezTo>
                    <a:pt x="672" y="3079"/>
                    <a:pt x="811" y="3126"/>
                    <a:pt x="951" y="3126"/>
                  </a:cubicBezTo>
                  <a:cubicBezTo>
                    <a:pt x="1229" y="3126"/>
                    <a:pt x="1507" y="2963"/>
                    <a:pt x="1669" y="2709"/>
                  </a:cubicBezTo>
                  <a:lnTo>
                    <a:pt x="2503" y="1225"/>
                  </a:lnTo>
                  <a:cubicBezTo>
                    <a:pt x="2735" y="831"/>
                    <a:pt x="2596" y="345"/>
                    <a:pt x="2202" y="113"/>
                  </a:cubicBezTo>
                  <a:cubicBezTo>
                    <a:pt x="2072" y="37"/>
                    <a:pt x="1932" y="0"/>
                    <a:pt x="1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9"/>
            <p:cNvSpPr/>
            <p:nvPr/>
          </p:nvSpPr>
          <p:spPr>
            <a:xfrm>
              <a:off x="-6481175" y="2908113"/>
              <a:ext cx="424125" cy="466425"/>
            </a:xfrm>
            <a:custGeom>
              <a:avLst/>
              <a:gdLst/>
              <a:ahLst/>
              <a:cxnLst/>
              <a:rect l="l" t="t" r="r" b="b"/>
              <a:pathLst>
                <a:path w="16965" h="18657" extrusionOk="0">
                  <a:moveTo>
                    <a:pt x="2480" y="1"/>
                  </a:moveTo>
                  <a:cubicBezTo>
                    <a:pt x="1113" y="1"/>
                    <a:pt x="0" y="1113"/>
                    <a:pt x="0" y="2457"/>
                  </a:cubicBezTo>
                  <a:lnTo>
                    <a:pt x="0" y="13790"/>
                  </a:lnTo>
                  <a:cubicBezTo>
                    <a:pt x="0" y="15134"/>
                    <a:pt x="1113" y="16247"/>
                    <a:pt x="2480" y="16247"/>
                  </a:cubicBezTo>
                  <a:lnTo>
                    <a:pt x="9085" y="16247"/>
                  </a:lnTo>
                  <a:lnTo>
                    <a:pt x="12260" y="18518"/>
                  </a:lnTo>
                  <a:cubicBezTo>
                    <a:pt x="12399" y="18611"/>
                    <a:pt x="12584" y="18657"/>
                    <a:pt x="12747" y="18657"/>
                  </a:cubicBezTo>
                  <a:cubicBezTo>
                    <a:pt x="12863" y="18657"/>
                    <a:pt x="13002" y="18634"/>
                    <a:pt x="13117" y="18564"/>
                  </a:cubicBezTo>
                  <a:cubicBezTo>
                    <a:pt x="13396" y="18425"/>
                    <a:pt x="13558" y="18147"/>
                    <a:pt x="13558" y="17846"/>
                  </a:cubicBezTo>
                  <a:lnTo>
                    <a:pt x="13558" y="16247"/>
                  </a:lnTo>
                  <a:lnTo>
                    <a:pt x="14508" y="16247"/>
                  </a:lnTo>
                  <a:cubicBezTo>
                    <a:pt x="15852" y="16247"/>
                    <a:pt x="16965" y="15134"/>
                    <a:pt x="16965" y="13790"/>
                  </a:cubicBezTo>
                  <a:lnTo>
                    <a:pt x="16965" y="9874"/>
                  </a:lnTo>
                  <a:cubicBezTo>
                    <a:pt x="16965" y="9433"/>
                    <a:pt x="16594" y="9062"/>
                    <a:pt x="16130" y="9062"/>
                  </a:cubicBezTo>
                  <a:cubicBezTo>
                    <a:pt x="15690" y="9062"/>
                    <a:pt x="15319" y="9433"/>
                    <a:pt x="15319" y="9874"/>
                  </a:cubicBezTo>
                  <a:lnTo>
                    <a:pt x="15319" y="13790"/>
                  </a:lnTo>
                  <a:cubicBezTo>
                    <a:pt x="15319" y="14230"/>
                    <a:pt x="14948" y="14601"/>
                    <a:pt x="14485" y="14601"/>
                  </a:cubicBezTo>
                  <a:lnTo>
                    <a:pt x="12747" y="14601"/>
                  </a:lnTo>
                  <a:cubicBezTo>
                    <a:pt x="12283" y="14601"/>
                    <a:pt x="11912" y="14972"/>
                    <a:pt x="11912" y="15436"/>
                  </a:cubicBezTo>
                  <a:lnTo>
                    <a:pt x="11912" y="16247"/>
                  </a:lnTo>
                  <a:lnTo>
                    <a:pt x="9803" y="14763"/>
                  </a:lnTo>
                  <a:cubicBezTo>
                    <a:pt x="9664" y="14671"/>
                    <a:pt x="9502" y="14601"/>
                    <a:pt x="9340" y="14601"/>
                  </a:cubicBezTo>
                  <a:lnTo>
                    <a:pt x="2480" y="14601"/>
                  </a:lnTo>
                  <a:cubicBezTo>
                    <a:pt x="2017" y="14601"/>
                    <a:pt x="1646" y="14230"/>
                    <a:pt x="1646" y="13790"/>
                  </a:cubicBezTo>
                  <a:lnTo>
                    <a:pt x="1646" y="2457"/>
                  </a:lnTo>
                  <a:cubicBezTo>
                    <a:pt x="1646" y="2017"/>
                    <a:pt x="2017" y="1646"/>
                    <a:pt x="2480" y="1646"/>
                  </a:cubicBezTo>
                  <a:lnTo>
                    <a:pt x="14485" y="1646"/>
                  </a:lnTo>
                  <a:cubicBezTo>
                    <a:pt x="14948" y="1646"/>
                    <a:pt x="15319" y="2017"/>
                    <a:pt x="15319" y="2457"/>
                  </a:cubicBezTo>
                  <a:lnTo>
                    <a:pt x="15319" y="6050"/>
                  </a:lnTo>
                  <a:cubicBezTo>
                    <a:pt x="15319" y="6513"/>
                    <a:pt x="15690" y="6861"/>
                    <a:pt x="16130" y="6861"/>
                  </a:cubicBezTo>
                  <a:cubicBezTo>
                    <a:pt x="16594" y="6861"/>
                    <a:pt x="16965" y="6513"/>
                    <a:pt x="16965" y="6050"/>
                  </a:cubicBezTo>
                  <a:lnTo>
                    <a:pt x="16965" y="2457"/>
                  </a:lnTo>
                  <a:cubicBezTo>
                    <a:pt x="16965" y="1113"/>
                    <a:pt x="15852" y="1"/>
                    <a:pt x="145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9"/>
            <p:cNvSpPr/>
            <p:nvPr/>
          </p:nvSpPr>
          <p:spPr>
            <a:xfrm>
              <a:off x="-5502600" y="2908113"/>
              <a:ext cx="423550" cy="466425"/>
            </a:xfrm>
            <a:custGeom>
              <a:avLst/>
              <a:gdLst/>
              <a:ahLst/>
              <a:cxnLst/>
              <a:rect l="l" t="t" r="r" b="b"/>
              <a:pathLst>
                <a:path w="16942" h="18657" extrusionOk="0">
                  <a:moveTo>
                    <a:pt x="2457" y="1"/>
                  </a:moveTo>
                  <a:cubicBezTo>
                    <a:pt x="1089" y="1"/>
                    <a:pt x="0" y="1113"/>
                    <a:pt x="0" y="2481"/>
                  </a:cubicBezTo>
                  <a:lnTo>
                    <a:pt x="0" y="13790"/>
                  </a:lnTo>
                  <a:cubicBezTo>
                    <a:pt x="0" y="15157"/>
                    <a:pt x="1089" y="16247"/>
                    <a:pt x="2457" y="16247"/>
                  </a:cubicBezTo>
                  <a:lnTo>
                    <a:pt x="3407" y="16247"/>
                  </a:lnTo>
                  <a:lnTo>
                    <a:pt x="3407" y="17846"/>
                  </a:lnTo>
                  <a:cubicBezTo>
                    <a:pt x="3407" y="18147"/>
                    <a:pt x="3569" y="18425"/>
                    <a:pt x="3847" y="18564"/>
                  </a:cubicBezTo>
                  <a:cubicBezTo>
                    <a:pt x="3963" y="18634"/>
                    <a:pt x="4079" y="18657"/>
                    <a:pt x="4218" y="18657"/>
                  </a:cubicBezTo>
                  <a:cubicBezTo>
                    <a:pt x="4380" y="18657"/>
                    <a:pt x="4543" y="18611"/>
                    <a:pt x="4682" y="18518"/>
                  </a:cubicBezTo>
                  <a:lnTo>
                    <a:pt x="7880" y="16270"/>
                  </a:lnTo>
                  <a:lnTo>
                    <a:pt x="9062" y="16270"/>
                  </a:lnTo>
                  <a:cubicBezTo>
                    <a:pt x="9525" y="16270"/>
                    <a:pt x="9873" y="15899"/>
                    <a:pt x="9873" y="15436"/>
                  </a:cubicBezTo>
                  <a:cubicBezTo>
                    <a:pt x="9873" y="14972"/>
                    <a:pt x="9525" y="14624"/>
                    <a:pt x="9062" y="14624"/>
                  </a:cubicBezTo>
                  <a:lnTo>
                    <a:pt x="7625" y="14624"/>
                  </a:lnTo>
                  <a:cubicBezTo>
                    <a:pt x="7439" y="14624"/>
                    <a:pt x="7277" y="14671"/>
                    <a:pt x="7138" y="14763"/>
                  </a:cubicBezTo>
                  <a:lnTo>
                    <a:pt x="5029" y="16247"/>
                  </a:lnTo>
                  <a:lnTo>
                    <a:pt x="5029" y="15436"/>
                  </a:lnTo>
                  <a:cubicBezTo>
                    <a:pt x="5029" y="14972"/>
                    <a:pt x="4658" y="14601"/>
                    <a:pt x="4218" y="14601"/>
                  </a:cubicBezTo>
                  <a:lnTo>
                    <a:pt x="2457" y="14601"/>
                  </a:lnTo>
                  <a:cubicBezTo>
                    <a:pt x="1993" y="14601"/>
                    <a:pt x="1622" y="14254"/>
                    <a:pt x="1622" y="13790"/>
                  </a:cubicBezTo>
                  <a:lnTo>
                    <a:pt x="1622" y="2457"/>
                  </a:lnTo>
                  <a:cubicBezTo>
                    <a:pt x="1622" y="2017"/>
                    <a:pt x="1993" y="1646"/>
                    <a:pt x="2457" y="1646"/>
                  </a:cubicBezTo>
                  <a:lnTo>
                    <a:pt x="14485" y="1646"/>
                  </a:lnTo>
                  <a:cubicBezTo>
                    <a:pt x="14925" y="1646"/>
                    <a:pt x="15296" y="2017"/>
                    <a:pt x="15296" y="2457"/>
                  </a:cubicBezTo>
                  <a:lnTo>
                    <a:pt x="15296" y="13790"/>
                  </a:lnTo>
                  <a:cubicBezTo>
                    <a:pt x="15296" y="14230"/>
                    <a:pt x="14925" y="14601"/>
                    <a:pt x="14485" y="14601"/>
                  </a:cubicBezTo>
                  <a:lnTo>
                    <a:pt x="12886" y="14601"/>
                  </a:lnTo>
                  <a:cubicBezTo>
                    <a:pt x="12445" y="14601"/>
                    <a:pt x="12075" y="14972"/>
                    <a:pt x="12075" y="15436"/>
                  </a:cubicBezTo>
                  <a:cubicBezTo>
                    <a:pt x="12075" y="15899"/>
                    <a:pt x="12445" y="16247"/>
                    <a:pt x="12886" y="16247"/>
                  </a:cubicBezTo>
                  <a:lnTo>
                    <a:pt x="14485" y="16247"/>
                  </a:lnTo>
                  <a:cubicBezTo>
                    <a:pt x="15829" y="16247"/>
                    <a:pt x="16941" y="15157"/>
                    <a:pt x="16941" y="13790"/>
                  </a:cubicBezTo>
                  <a:lnTo>
                    <a:pt x="16941" y="2481"/>
                  </a:lnTo>
                  <a:cubicBezTo>
                    <a:pt x="16941" y="1113"/>
                    <a:pt x="15829" y="1"/>
                    <a:pt x="14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9"/>
            <p:cNvSpPr/>
            <p:nvPr/>
          </p:nvSpPr>
          <p:spPr>
            <a:xfrm>
              <a:off x="-6404700" y="3001838"/>
              <a:ext cx="267700" cy="219175"/>
            </a:xfrm>
            <a:custGeom>
              <a:avLst/>
              <a:gdLst/>
              <a:ahLst/>
              <a:cxnLst/>
              <a:rect l="l" t="t" r="r" b="b"/>
              <a:pathLst>
                <a:path w="10708" h="8767" extrusionOk="0">
                  <a:moveTo>
                    <a:pt x="7811" y="1652"/>
                  </a:moveTo>
                  <a:lnTo>
                    <a:pt x="9062" y="2880"/>
                  </a:lnTo>
                  <a:lnTo>
                    <a:pt x="4821" y="7121"/>
                  </a:lnTo>
                  <a:lnTo>
                    <a:pt x="1808" y="4085"/>
                  </a:lnTo>
                  <a:lnTo>
                    <a:pt x="3036" y="2857"/>
                  </a:lnTo>
                  <a:lnTo>
                    <a:pt x="4242" y="4062"/>
                  </a:lnTo>
                  <a:cubicBezTo>
                    <a:pt x="4404" y="4201"/>
                    <a:pt x="4612" y="4294"/>
                    <a:pt x="4821" y="4294"/>
                  </a:cubicBezTo>
                  <a:cubicBezTo>
                    <a:pt x="5053" y="4294"/>
                    <a:pt x="5261" y="4201"/>
                    <a:pt x="5400" y="4062"/>
                  </a:cubicBezTo>
                  <a:lnTo>
                    <a:pt x="7811" y="1652"/>
                  </a:lnTo>
                  <a:close/>
                  <a:moveTo>
                    <a:pt x="7819" y="1"/>
                  </a:moveTo>
                  <a:cubicBezTo>
                    <a:pt x="7399" y="1"/>
                    <a:pt x="6976" y="157"/>
                    <a:pt x="6652" y="470"/>
                  </a:cubicBezTo>
                  <a:lnTo>
                    <a:pt x="6652" y="493"/>
                  </a:lnTo>
                  <a:lnTo>
                    <a:pt x="4821" y="2301"/>
                  </a:lnTo>
                  <a:lnTo>
                    <a:pt x="4195" y="1675"/>
                  </a:lnTo>
                  <a:cubicBezTo>
                    <a:pt x="3882" y="1362"/>
                    <a:pt x="3465" y="1206"/>
                    <a:pt x="3045" y="1206"/>
                  </a:cubicBezTo>
                  <a:cubicBezTo>
                    <a:pt x="2625" y="1206"/>
                    <a:pt x="2202" y="1362"/>
                    <a:pt x="1878" y="1675"/>
                  </a:cubicBezTo>
                  <a:lnTo>
                    <a:pt x="626" y="2926"/>
                  </a:lnTo>
                  <a:cubicBezTo>
                    <a:pt x="0" y="3575"/>
                    <a:pt x="0" y="4618"/>
                    <a:pt x="626" y="5244"/>
                  </a:cubicBezTo>
                  <a:lnTo>
                    <a:pt x="3662" y="8280"/>
                  </a:lnTo>
                  <a:cubicBezTo>
                    <a:pt x="3987" y="8604"/>
                    <a:pt x="4404" y="8767"/>
                    <a:pt x="4821" y="8767"/>
                  </a:cubicBezTo>
                  <a:cubicBezTo>
                    <a:pt x="5238" y="8767"/>
                    <a:pt x="5655" y="8604"/>
                    <a:pt x="5980" y="8280"/>
                  </a:cubicBezTo>
                  <a:lnTo>
                    <a:pt x="10221" y="4039"/>
                  </a:lnTo>
                  <a:cubicBezTo>
                    <a:pt x="10522" y="3737"/>
                    <a:pt x="10707" y="3320"/>
                    <a:pt x="10707" y="2880"/>
                  </a:cubicBezTo>
                  <a:cubicBezTo>
                    <a:pt x="10707" y="2440"/>
                    <a:pt x="10522" y="2046"/>
                    <a:pt x="10221" y="1721"/>
                  </a:cubicBezTo>
                  <a:lnTo>
                    <a:pt x="8969" y="470"/>
                  </a:lnTo>
                  <a:cubicBezTo>
                    <a:pt x="8656" y="157"/>
                    <a:pt x="8239" y="1"/>
                    <a:pt x="7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9"/>
            <p:cNvSpPr/>
            <p:nvPr/>
          </p:nvSpPr>
          <p:spPr>
            <a:xfrm>
              <a:off x="-5412225" y="2994313"/>
              <a:ext cx="238725" cy="234375"/>
            </a:xfrm>
            <a:custGeom>
              <a:avLst/>
              <a:gdLst/>
              <a:ahLst/>
              <a:cxnLst/>
              <a:rect l="l" t="t" r="r" b="b"/>
              <a:pathLst>
                <a:path w="9549" h="9375" extrusionOk="0">
                  <a:moveTo>
                    <a:pt x="6652" y="1628"/>
                  </a:moveTo>
                  <a:lnTo>
                    <a:pt x="7903" y="2880"/>
                  </a:lnTo>
                  <a:lnTo>
                    <a:pt x="6675" y="4108"/>
                  </a:lnTo>
                  <a:cubicBezTo>
                    <a:pt x="6351" y="4432"/>
                    <a:pt x="6351" y="4942"/>
                    <a:pt x="6675" y="5267"/>
                  </a:cubicBezTo>
                  <a:lnTo>
                    <a:pt x="7903" y="6495"/>
                  </a:lnTo>
                  <a:lnTo>
                    <a:pt x="6652" y="7723"/>
                  </a:lnTo>
                  <a:lnTo>
                    <a:pt x="5424" y="6495"/>
                  </a:lnTo>
                  <a:cubicBezTo>
                    <a:pt x="5273" y="6344"/>
                    <a:pt x="5064" y="6269"/>
                    <a:pt x="4853" y="6269"/>
                  </a:cubicBezTo>
                  <a:cubicBezTo>
                    <a:pt x="4641" y="6269"/>
                    <a:pt x="4427" y="6344"/>
                    <a:pt x="4265" y="6495"/>
                  </a:cubicBezTo>
                  <a:lnTo>
                    <a:pt x="3060" y="7723"/>
                  </a:lnTo>
                  <a:lnTo>
                    <a:pt x="1808" y="6495"/>
                  </a:lnTo>
                  <a:lnTo>
                    <a:pt x="3037" y="5267"/>
                  </a:lnTo>
                  <a:cubicBezTo>
                    <a:pt x="3361" y="4942"/>
                    <a:pt x="3361" y="4432"/>
                    <a:pt x="3037" y="4108"/>
                  </a:cubicBezTo>
                  <a:lnTo>
                    <a:pt x="1808" y="2880"/>
                  </a:lnTo>
                  <a:lnTo>
                    <a:pt x="3060" y="1628"/>
                  </a:lnTo>
                  <a:lnTo>
                    <a:pt x="4265" y="2857"/>
                  </a:lnTo>
                  <a:cubicBezTo>
                    <a:pt x="4427" y="3019"/>
                    <a:pt x="4641" y="3100"/>
                    <a:pt x="4853" y="3100"/>
                  </a:cubicBezTo>
                  <a:cubicBezTo>
                    <a:pt x="5064" y="3100"/>
                    <a:pt x="5273" y="3019"/>
                    <a:pt x="5424" y="2857"/>
                  </a:cubicBezTo>
                  <a:lnTo>
                    <a:pt x="6652" y="1628"/>
                  </a:lnTo>
                  <a:close/>
                  <a:moveTo>
                    <a:pt x="3048" y="0"/>
                  </a:moveTo>
                  <a:cubicBezTo>
                    <a:pt x="2625" y="0"/>
                    <a:pt x="2202" y="157"/>
                    <a:pt x="1878" y="470"/>
                  </a:cubicBezTo>
                  <a:lnTo>
                    <a:pt x="649" y="1721"/>
                  </a:lnTo>
                  <a:cubicBezTo>
                    <a:pt x="1" y="2347"/>
                    <a:pt x="1" y="3390"/>
                    <a:pt x="649" y="4038"/>
                  </a:cubicBezTo>
                  <a:lnTo>
                    <a:pt x="1275" y="4687"/>
                  </a:lnTo>
                  <a:lnTo>
                    <a:pt x="649" y="5336"/>
                  </a:lnTo>
                  <a:cubicBezTo>
                    <a:pt x="1" y="5962"/>
                    <a:pt x="1" y="7005"/>
                    <a:pt x="649" y="7654"/>
                  </a:cubicBezTo>
                  <a:lnTo>
                    <a:pt x="1878" y="8905"/>
                  </a:lnTo>
                  <a:cubicBezTo>
                    <a:pt x="2202" y="9207"/>
                    <a:pt x="2619" y="9369"/>
                    <a:pt x="3060" y="9369"/>
                  </a:cubicBezTo>
                  <a:cubicBezTo>
                    <a:pt x="3477" y="9369"/>
                    <a:pt x="3894" y="9207"/>
                    <a:pt x="4218" y="8905"/>
                  </a:cubicBezTo>
                  <a:lnTo>
                    <a:pt x="4844" y="8256"/>
                  </a:lnTo>
                  <a:lnTo>
                    <a:pt x="5493" y="8905"/>
                  </a:lnTo>
                  <a:cubicBezTo>
                    <a:pt x="5818" y="9218"/>
                    <a:pt x="6240" y="9375"/>
                    <a:pt x="6661" y="9375"/>
                  </a:cubicBezTo>
                  <a:cubicBezTo>
                    <a:pt x="7081" y="9375"/>
                    <a:pt x="7498" y="9218"/>
                    <a:pt x="7811" y="8905"/>
                  </a:cubicBezTo>
                  <a:lnTo>
                    <a:pt x="9062" y="7654"/>
                  </a:lnTo>
                  <a:cubicBezTo>
                    <a:pt x="9363" y="7353"/>
                    <a:pt x="9549" y="6935"/>
                    <a:pt x="9549" y="6495"/>
                  </a:cubicBezTo>
                  <a:cubicBezTo>
                    <a:pt x="9549" y="6055"/>
                    <a:pt x="9363" y="5638"/>
                    <a:pt x="9062" y="5336"/>
                  </a:cubicBezTo>
                  <a:lnTo>
                    <a:pt x="8413" y="4687"/>
                  </a:lnTo>
                  <a:lnTo>
                    <a:pt x="9062" y="4038"/>
                  </a:lnTo>
                  <a:cubicBezTo>
                    <a:pt x="9363" y="3737"/>
                    <a:pt x="9549" y="3320"/>
                    <a:pt x="9549" y="2880"/>
                  </a:cubicBezTo>
                  <a:cubicBezTo>
                    <a:pt x="9549" y="2439"/>
                    <a:pt x="9363" y="2022"/>
                    <a:pt x="9062" y="1721"/>
                  </a:cubicBezTo>
                  <a:lnTo>
                    <a:pt x="7811" y="470"/>
                  </a:lnTo>
                  <a:cubicBezTo>
                    <a:pt x="7498" y="157"/>
                    <a:pt x="7081" y="0"/>
                    <a:pt x="6661" y="0"/>
                  </a:cubicBezTo>
                  <a:cubicBezTo>
                    <a:pt x="6240" y="0"/>
                    <a:pt x="5818" y="157"/>
                    <a:pt x="5493" y="470"/>
                  </a:cubicBezTo>
                  <a:lnTo>
                    <a:pt x="4844" y="1118"/>
                  </a:lnTo>
                  <a:lnTo>
                    <a:pt x="4218" y="470"/>
                  </a:lnTo>
                  <a:cubicBezTo>
                    <a:pt x="3894" y="157"/>
                    <a:pt x="3471"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9"/>
            <p:cNvSpPr/>
            <p:nvPr/>
          </p:nvSpPr>
          <p:spPr>
            <a:xfrm>
              <a:off x="-6316050" y="3683913"/>
              <a:ext cx="434550" cy="73600"/>
            </a:xfrm>
            <a:custGeom>
              <a:avLst/>
              <a:gdLst/>
              <a:ahLst/>
              <a:cxnLst/>
              <a:rect l="l" t="t" r="r" b="b"/>
              <a:pathLst>
                <a:path w="17382" h="2944" extrusionOk="0">
                  <a:moveTo>
                    <a:pt x="8691" y="0"/>
                  </a:moveTo>
                  <a:cubicBezTo>
                    <a:pt x="5956" y="0"/>
                    <a:pt x="3245" y="441"/>
                    <a:pt x="649" y="1345"/>
                  </a:cubicBezTo>
                  <a:cubicBezTo>
                    <a:pt x="232" y="1484"/>
                    <a:pt x="0" y="1947"/>
                    <a:pt x="139" y="2387"/>
                  </a:cubicBezTo>
                  <a:cubicBezTo>
                    <a:pt x="251" y="2722"/>
                    <a:pt x="587" y="2938"/>
                    <a:pt x="930" y="2938"/>
                  </a:cubicBezTo>
                  <a:cubicBezTo>
                    <a:pt x="1015" y="2938"/>
                    <a:pt x="1100" y="2925"/>
                    <a:pt x="1182" y="2897"/>
                  </a:cubicBezTo>
                  <a:cubicBezTo>
                    <a:pt x="3616" y="2063"/>
                    <a:pt x="6142" y="1646"/>
                    <a:pt x="8691" y="1646"/>
                  </a:cubicBezTo>
                  <a:cubicBezTo>
                    <a:pt x="11240" y="1646"/>
                    <a:pt x="13766" y="2063"/>
                    <a:pt x="16200" y="2897"/>
                  </a:cubicBezTo>
                  <a:cubicBezTo>
                    <a:pt x="16269" y="2921"/>
                    <a:pt x="16362" y="2944"/>
                    <a:pt x="16455" y="2944"/>
                  </a:cubicBezTo>
                  <a:cubicBezTo>
                    <a:pt x="16802" y="2944"/>
                    <a:pt x="17127" y="2735"/>
                    <a:pt x="17243" y="2387"/>
                  </a:cubicBezTo>
                  <a:cubicBezTo>
                    <a:pt x="17382" y="1947"/>
                    <a:pt x="17150" y="1484"/>
                    <a:pt x="16733" y="1345"/>
                  </a:cubicBezTo>
                  <a:cubicBezTo>
                    <a:pt x="14114" y="441"/>
                    <a:pt x="11426" y="0"/>
                    <a:pt x="86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9"/>
            <p:cNvSpPr/>
            <p:nvPr/>
          </p:nvSpPr>
          <p:spPr>
            <a:xfrm>
              <a:off x="-5678150" y="3683913"/>
              <a:ext cx="434550" cy="73600"/>
            </a:xfrm>
            <a:custGeom>
              <a:avLst/>
              <a:gdLst/>
              <a:ahLst/>
              <a:cxnLst/>
              <a:rect l="l" t="t" r="r" b="b"/>
              <a:pathLst>
                <a:path w="17382" h="2944" extrusionOk="0">
                  <a:moveTo>
                    <a:pt x="8691" y="0"/>
                  </a:moveTo>
                  <a:cubicBezTo>
                    <a:pt x="5956" y="0"/>
                    <a:pt x="3245" y="441"/>
                    <a:pt x="649" y="1345"/>
                  </a:cubicBezTo>
                  <a:cubicBezTo>
                    <a:pt x="232" y="1484"/>
                    <a:pt x="0" y="1947"/>
                    <a:pt x="139" y="2387"/>
                  </a:cubicBezTo>
                  <a:cubicBezTo>
                    <a:pt x="255" y="2735"/>
                    <a:pt x="580" y="2944"/>
                    <a:pt x="927" y="2944"/>
                  </a:cubicBezTo>
                  <a:cubicBezTo>
                    <a:pt x="997" y="2944"/>
                    <a:pt x="1089" y="2921"/>
                    <a:pt x="1182" y="2897"/>
                  </a:cubicBezTo>
                  <a:cubicBezTo>
                    <a:pt x="3615" y="2063"/>
                    <a:pt x="6142" y="1646"/>
                    <a:pt x="8691" y="1646"/>
                  </a:cubicBezTo>
                  <a:cubicBezTo>
                    <a:pt x="11240" y="1646"/>
                    <a:pt x="13766" y="2063"/>
                    <a:pt x="16200" y="2897"/>
                  </a:cubicBezTo>
                  <a:cubicBezTo>
                    <a:pt x="16282" y="2925"/>
                    <a:pt x="16366" y="2938"/>
                    <a:pt x="16449" y="2938"/>
                  </a:cubicBezTo>
                  <a:cubicBezTo>
                    <a:pt x="16788" y="2938"/>
                    <a:pt x="17112" y="2722"/>
                    <a:pt x="17242" y="2387"/>
                  </a:cubicBezTo>
                  <a:cubicBezTo>
                    <a:pt x="17382" y="1947"/>
                    <a:pt x="17150" y="1484"/>
                    <a:pt x="16733" y="1345"/>
                  </a:cubicBezTo>
                  <a:cubicBezTo>
                    <a:pt x="14114" y="441"/>
                    <a:pt x="11426" y="0"/>
                    <a:pt x="86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31" name="Google Shape;331;p39"/>
          <p:cNvPicPr preferRelativeResize="0"/>
          <p:nvPr/>
        </p:nvPicPr>
        <p:blipFill>
          <a:blip r:embed="rId3">
            <a:alphaModFix/>
          </a:blip>
          <a:stretch>
            <a:fillRect/>
          </a:stretch>
        </p:blipFill>
        <p:spPr>
          <a:xfrm>
            <a:off x="5289949" y="1612675"/>
            <a:ext cx="594650" cy="744038"/>
          </a:xfrm>
          <a:prstGeom prst="rect">
            <a:avLst/>
          </a:prstGeom>
          <a:noFill/>
          <a:ln>
            <a:noFill/>
          </a:ln>
        </p:spPr>
      </p:pic>
      <p:pic>
        <p:nvPicPr>
          <p:cNvPr id="332" name="Google Shape;332;p39"/>
          <p:cNvPicPr preferRelativeResize="0"/>
          <p:nvPr/>
        </p:nvPicPr>
        <p:blipFill>
          <a:blip r:embed="rId4">
            <a:alphaModFix/>
          </a:blip>
          <a:stretch>
            <a:fillRect/>
          </a:stretch>
        </p:blipFill>
        <p:spPr>
          <a:xfrm>
            <a:off x="5334250" y="3357450"/>
            <a:ext cx="550349" cy="617101"/>
          </a:xfrm>
          <a:prstGeom prst="rect">
            <a:avLst/>
          </a:prstGeom>
          <a:noFill/>
          <a:ln>
            <a:noFill/>
          </a:ln>
        </p:spPr>
      </p:pic>
      <p:pic>
        <p:nvPicPr>
          <p:cNvPr id="333" name="Google Shape;333;p39"/>
          <p:cNvPicPr preferRelativeResize="0"/>
          <p:nvPr/>
        </p:nvPicPr>
        <p:blipFill>
          <a:blip r:embed="rId5">
            <a:alphaModFix/>
          </a:blip>
          <a:stretch>
            <a:fillRect/>
          </a:stretch>
        </p:blipFill>
        <p:spPr>
          <a:xfrm>
            <a:off x="1108575" y="1761700"/>
            <a:ext cx="532050" cy="532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0"/>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a:latin typeface="Times New Roman"/>
                <a:ea typeface="Times New Roman"/>
                <a:cs typeface="Times New Roman"/>
                <a:sym typeface="Times New Roman"/>
              </a:rPr>
              <a:t>TECH STACK</a:t>
            </a:r>
            <a:endParaRPr sz="2800">
              <a:latin typeface="Times New Roman"/>
              <a:ea typeface="Times New Roman"/>
              <a:cs typeface="Times New Roman"/>
              <a:sym typeface="Times New Roman"/>
            </a:endParaRPr>
          </a:p>
        </p:txBody>
      </p:sp>
      <p:graphicFrame>
        <p:nvGraphicFramePr>
          <p:cNvPr id="339" name="Google Shape;339;p40"/>
          <p:cNvGraphicFramePr/>
          <p:nvPr/>
        </p:nvGraphicFramePr>
        <p:xfrm>
          <a:off x="1041638" y="1683870"/>
          <a:ext cx="3000000" cy="3000000"/>
        </p:xfrm>
        <a:graphic>
          <a:graphicData uri="http://schemas.openxmlformats.org/drawingml/2006/table">
            <a:tbl>
              <a:tblPr>
                <a:noFill/>
                <a:tableStyleId>{AC8B3379-27AB-4610-A1B2-D00BD7504160}</a:tableStyleId>
              </a:tblPr>
              <a:tblGrid>
                <a:gridCol w="2190325">
                  <a:extLst>
                    <a:ext uri="{9D8B030D-6E8A-4147-A177-3AD203B41FA5}">
                      <a16:colId xmlns:a16="http://schemas.microsoft.com/office/drawing/2014/main" val="20000"/>
                    </a:ext>
                  </a:extLst>
                </a:gridCol>
                <a:gridCol w="4870400">
                  <a:extLst>
                    <a:ext uri="{9D8B030D-6E8A-4147-A177-3AD203B41FA5}">
                      <a16:colId xmlns:a16="http://schemas.microsoft.com/office/drawing/2014/main" val="20001"/>
                    </a:ext>
                  </a:extLst>
                </a:gridCol>
              </a:tblGrid>
              <a:tr h="379100">
                <a:tc>
                  <a:txBody>
                    <a:bodyPr/>
                    <a:lstStyle/>
                    <a:p>
                      <a:pPr marL="0" lvl="0" indent="0" algn="just" rtl="0">
                        <a:lnSpc>
                          <a:spcPct val="115000"/>
                        </a:lnSpc>
                        <a:spcBef>
                          <a:spcPts val="0"/>
                        </a:spcBef>
                        <a:spcAft>
                          <a:spcPts val="0"/>
                        </a:spcAft>
                        <a:buNone/>
                      </a:pPr>
                      <a:r>
                        <a:rPr lang="en" sz="1600">
                          <a:solidFill>
                            <a:schemeClr val="dk1"/>
                          </a:solidFill>
                          <a:latin typeface="Times New Roman"/>
                          <a:ea typeface="Times New Roman"/>
                          <a:cs typeface="Times New Roman"/>
                          <a:sym typeface="Times New Roman"/>
                        </a:rPr>
                        <a:t>Frontend</a:t>
                      </a:r>
                      <a:endParaRPr sz="1600">
                        <a:solidFill>
                          <a:schemeClr val="dk1"/>
                        </a:solidFill>
                        <a:latin typeface="Times New Roman"/>
                        <a:ea typeface="Times New Roman"/>
                        <a:cs typeface="Times New Roman"/>
                        <a:sym typeface="Times New Roman"/>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just" rtl="0">
                        <a:lnSpc>
                          <a:spcPct val="115000"/>
                        </a:lnSpc>
                        <a:spcBef>
                          <a:spcPts val="0"/>
                        </a:spcBef>
                        <a:spcAft>
                          <a:spcPts val="1600"/>
                        </a:spcAft>
                        <a:buNone/>
                      </a:pPr>
                      <a:r>
                        <a:rPr lang="en" sz="1600">
                          <a:solidFill>
                            <a:schemeClr val="dk1"/>
                          </a:solidFill>
                          <a:latin typeface="Times New Roman"/>
                          <a:ea typeface="Times New Roman"/>
                          <a:cs typeface="Times New Roman"/>
                          <a:sym typeface="Times New Roman"/>
                        </a:rPr>
                        <a:t>React.js</a:t>
                      </a:r>
                      <a:endParaRPr sz="1600">
                        <a:solidFill>
                          <a:schemeClr val="dk1"/>
                        </a:solidFill>
                        <a:latin typeface="Times New Roman"/>
                        <a:ea typeface="Times New Roman"/>
                        <a:cs typeface="Times New Roman"/>
                        <a:sym typeface="Times New Roman"/>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9100">
                <a:tc>
                  <a:txBody>
                    <a:bodyPr/>
                    <a:lstStyle/>
                    <a:p>
                      <a:pPr marL="0" lvl="0" indent="0" algn="just" rtl="0">
                        <a:lnSpc>
                          <a:spcPct val="115000"/>
                        </a:lnSpc>
                        <a:spcBef>
                          <a:spcPts val="0"/>
                        </a:spcBef>
                        <a:spcAft>
                          <a:spcPts val="0"/>
                        </a:spcAft>
                        <a:buNone/>
                      </a:pPr>
                      <a:r>
                        <a:rPr lang="en" sz="1600">
                          <a:solidFill>
                            <a:schemeClr val="dk1"/>
                          </a:solidFill>
                          <a:latin typeface="Times New Roman"/>
                          <a:ea typeface="Times New Roman"/>
                          <a:cs typeface="Times New Roman"/>
                          <a:sym typeface="Times New Roman"/>
                        </a:rPr>
                        <a:t>Backend</a:t>
                      </a:r>
                      <a:endParaRPr sz="1600">
                        <a:solidFill>
                          <a:schemeClr val="dk1"/>
                        </a:solidFill>
                        <a:latin typeface="Times New Roman"/>
                        <a:ea typeface="Times New Roman"/>
                        <a:cs typeface="Times New Roman"/>
                        <a:sym typeface="Times New Roman"/>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marR="0" lvl="0" indent="0" algn="just" rtl="0">
                        <a:lnSpc>
                          <a:spcPct val="115000"/>
                        </a:lnSpc>
                        <a:spcBef>
                          <a:spcPts val="0"/>
                        </a:spcBef>
                        <a:spcAft>
                          <a:spcPts val="1600"/>
                        </a:spcAft>
                        <a:buNone/>
                      </a:pPr>
                      <a:r>
                        <a:rPr lang="en" sz="1600">
                          <a:solidFill>
                            <a:schemeClr val="dk1"/>
                          </a:solidFill>
                          <a:latin typeface="Times New Roman"/>
                          <a:ea typeface="Times New Roman"/>
                          <a:cs typeface="Times New Roman"/>
                          <a:sym typeface="Times New Roman"/>
                        </a:rPr>
                        <a:t>Node.js</a:t>
                      </a:r>
                      <a:endParaRPr sz="1600">
                        <a:solidFill>
                          <a:schemeClr val="dk1"/>
                        </a:solidFill>
                        <a:latin typeface="Times New Roman"/>
                        <a:ea typeface="Times New Roman"/>
                        <a:cs typeface="Times New Roman"/>
                        <a:sym typeface="Times New Roman"/>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9100">
                <a:tc>
                  <a:txBody>
                    <a:bodyPr/>
                    <a:lstStyle/>
                    <a:p>
                      <a:pPr marL="0" lvl="0" indent="0" algn="just" rtl="0">
                        <a:lnSpc>
                          <a:spcPct val="115000"/>
                        </a:lnSpc>
                        <a:spcBef>
                          <a:spcPts val="0"/>
                        </a:spcBef>
                        <a:spcAft>
                          <a:spcPts val="0"/>
                        </a:spcAft>
                        <a:buNone/>
                      </a:pPr>
                      <a:r>
                        <a:rPr lang="en" sz="1600">
                          <a:solidFill>
                            <a:schemeClr val="dk1"/>
                          </a:solidFill>
                          <a:latin typeface="Times New Roman"/>
                          <a:ea typeface="Times New Roman"/>
                          <a:cs typeface="Times New Roman"/>
                          <a:sym typeface="Times New Roman"/>
                        </a:rPr>
                        <a:t>Database</a:t>
                      </a:r>
                      <a:endParaRPr sz="1600">
                        <a:solidFill>
                          <a:schemeClr val="dk1"/>
                        </a:solidFill>
                        <a:latin typeface="Times New Roman"/>
                        <a:ea typeface="Times New Roman"/>
                        <a:cs typeface="Times New Roman"/>
                        <a:sym typeface="Times New Roman"/>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just" rtl="0">
                        <a:lnSpc>
                          <a:spcPct val="115000"/>
                        </a:lnSpc>
                        <a:spcBef>
                          <a:spcPts val="0"/>
                        </a:spcBef>
                        <a:spcAft>
                          <a:spcPts val="1600"/>
                        </a:spcAft>
                        <a:buNone/>
                      </a:pPr>
                      <a:r>
                        <a:rPr lang="en" sz="1600">
                          <a:solidFill>
                            <a:schemeClr val="dk1"/>
                          </a:solidFill>
                          <a:latin typeface="Times New Roman"/>
                          <a:ea typeface="Times New Roman"/>
                          <a:cs typeface="Times New Roman"/>
                          <a:sym typeface="Times New Roman"/>
                        </a:rPr>
                        <a:t>MongoDB</a:t>
                      </a:r>
                      <a:endParaRPr sz="1600">
                        <a:solidFill>
                          <a:schemeClr val="dk1"/>
                        </a:solidFill>
                        <a:latin typeface="Times New Roman"/>
                        <a:ea typeface="Times New Roman"/>
                        <a:cs typeface="Times New Roman"/>
                        <a:sym typeface="Times New Roman"/>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9100">
                <a:tc>
                  <a:txBody>
                    <a:bodyPr/>
                    <a:lstStyle/>
                    <a:p>
                      <a:pPr marL="0" lvl="0" indent="0" algn="just" rtl="0">
                        <a:lnSpc>
                          <a:spcPct val="115000"/>
                        </a:lnSpc>
                        <a:spcBef>
                          <a:spcPts val="0"/>
                        </a:spcBef>
                        <a:spcAft>
                          <a:spcPts val="0"/>
                        </a:spcAft>
                        <a:buNone/>
                      </a:pPr>
                      <a:r>
                        <a:rPr lang="en" sz="1600">
                          <a:solidFill>
                            <a:schemeClr val="dk1"/>
                          </a:solidFill>
                          <a:latin typeface="Times New Roman"/>
                          <a:ea typeface="Times New Roman"/>
                          <a:cs typeface="Times New Roman"/>
                          <a:sym typeface="Times New Roman"/>
                        </a:rPr>
                        <a:t>Real-Time Messaging</a:t>
                      </a:r>
                      <a:endParaRPr sz="1600">
                        <a:solidFill>
                          <a:schemeClr val="dk1"/>
                        </a:solidFill>
                        <a:latin typeface="Times New Roman"/>
                        <a:ea typeface="Times New Roman"/>
                        <a:cs typeface="Times New Roman"/>
                        <a:sym typeface="Times New Roman"/>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just" rtl="0">
                        <a:lnSpc>
                          <a:spcPct val="115000"/>
                        </a:lnSpc>
                        <a:spcBef>
                          <a:spcPts val="0"/>
                        </a:spcBef>
                        <a:spcAft>
                          <a:spcPts val="1600"/>
                        </a:spcAft>
                        <a:buNone/>
                      </a:pPr>
                      <a:r>
                        <a:rPr lang="en" sz="1600">
                          <a:solidFill>
                            <a:schemeClr val="dk1"/>
                          </a:solidFill>
                          <a:latin typeface="Times New Roman"/>
                          <a:ea typeface="Times New Roman"/>
                          <a:cs typeface="Times New Roman"/>
                          <a:sym typeface="Times New Roman"/>
                        </a:rPr>
                        <a:t>WebSockets</a:t>
                      </a:r>
                      <a:endParaRPr sz="1600">
                        <a:solidFill>
                          <a:schemeClr val="dk1"/>
                        </a:solidFill>
                        <a:latin typeface="Times New Roman"/>
                        <a:ea typeface="Times New Roman"/>
                        <a:cs typeface="Times New Roman"/>
                        <a:sym typeface="Times New Roman"/>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9100">
                <a:tc>
                  <a:txBody>
                    <a:bodyPr/>
                    <a:lstStyle/>
                    <a:p>
                      <a:pPr marL="0" lvl="0" indent="0" algn="just" rtl="0">
                        <a:lnSpc>
                          <a:spcPct val="115000"/>
                        </a:lnSpc>
                        <a:spcBef>
                          <a:spcPts val="0"/>
                        </a:spcBef>
                        <a:spcAft>
                          <a:spcPts val="0"/>
                        </a:spcAft>
                        <a:buNone/>
                      </a:pPr>
                      <a:r>
                        <a:rPr lang="en" sz="1600">
                          <a:solidFill>
                            <a:schemeClr val="dk1"/>
                          </a:solidFill>
                          <a:latin typeface="Times New Roman"/>
                          <a:ea typeface="Times New Roman"/>
                          <a:cs typeface="Times New Roman"/>
                          <a:sym typeface="Times New Roman"/>
                        </a:rPr>
                        <a:t>Security</a:t>
                      </a:r>
                      <a:endParaRPr sz="1600">
                        <a:solidFill>
                          <a:schemeClr val="dk1"/>
                        </a:solidFill>
                        <a:latin typeface="Times New Roman"/>
                        <a:ea typeface="Times New Roman"/>
                        <a:cs typeface="Times New Roman"/>
                        <a:sym typeface="Times New Roman"/>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just" rtl="0">
                        <a:lnSpc>
                          <a:spcPct val="115000"/>
                        </a:lnSpc>
                        <a:spcBef>
                          <a:spcPts val="0"/>
                        </a:spcBef>
                        <a:spcAft>
                          <a:spcPts val="0"/>
                        </a:spcAft>
                        <a:buNone/>
                      </a:pPr>
                      <a:r>
                        <a:rPr lang="en" sz="1600">
                          <a:solidFill>
                            <a:schemeClr val="dk1"/>
                          </a:solidFill>
                          <a:latin typeface="Times New Roman"/>
                          <a:ea typeface="Times New Roman"/>
                          <a:cs typeface="Times New Roman"/>
                          <a:sym typeface="Times New Roman"/>
                        </a:rPr>
                        <a:t>AES-256 / Signal Protocol</a:t>
                      </a:r>
                      <a:endParaRPr sz="1600">
                        <a:solidFill>
                          <a:schemeClr val="dk1"/>
                        </a:solidFill>
                        <a:latin typeface="Times New Roman"/>
                        <a:ea typeface="Times New Roman"/>
                        <a:cs typeface="Times New Roman"/>
                        <a:sym typeface="Times New Roman"/>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40" name="Google Shape;340;p40"/>
          <p:cNvSpPr txBox="1"/>
          <p:nvPr/>
        </p:nvSpPr>
        <p:spPr>
          <a:xfrm>
            <a:off x="1003050" y="1215300"/>
            <a:ext cx="7137900" cy="354000"/>
          </a:xfrm>
          <a:prstGeom prst="rect">
            <a:avLst/>
          </a:prstGeom>
          <a:noFill/>
          <a:ln>
            <a:noFill/>
          </a:ln>
        </p:spPr>
        <p:txBody>
          <a:bodyPr spcFirstLastPara="1" wrap="square" lIns="91425" tIns="91425" rIns="0" bIns="91425" anchor="t" anchorCtr="0">
            <a:noAutofit/>
          </a:bodyPr>
          <a:lstStyle/>
          <a:p>
            <a:pPr marL="0" lvl="0" indent="0" algn="just" rtl="0">
              <a:spcBef>
                <a:spcPts val="0"/>
              </a:spcBef>
              <a:spcAft>
                <a:spcPts val="0"/>
              </a:spcAft>
              <a:buNone/>
            </a:pPr>
            <a:endParaRPr sz="1600" b="1">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1"/>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Why these Tech Stack</a:t>
            </a:r>
            <a:endParaRPr>
              <a:latin typeface="Times New Roman"/>
              <a:ea typeface="Times New Roman"/>
              <a:cs typeface="Times New Roman"/>
              <a:sym typeface="Times New Roman"/>
            </a:endParaRPr>
          </a:p>
        </p:txBody>
      </p:sp>
      <p:sp>
        <p:nvSpPr>
          <p:cNvPr id="346" name="Google Shape;346;p41"/>
          <p:cNvSpPr txBox="1">
            <a:spLocks noGrp="1"/>
          </p:cNvSpPr>
          <p:nvPr>
            <p:ph type="subTitle" idx="1"/>
          </p:nvPr>
        </p:nvSpPr>
        <p:spPr>
          <a:xfrm>
            <a:off x="1445944" y="3696126"/>
            <a:ext cx="2400300" cy="89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Enables instant, two-way communication with low latency.</a:t>
            </a:r>
            <a:endParaRPr>
              <a:latin typeface="Times New Roman"/>
              <a:ea typeface="Times New Roman"/>
              <a:cs typeface="Times New Roman"/>
              <a:sym typeface="Times New Roman"/>
            </a:endParaRPr>
          </a:p>
        </p:txBody>
      </p:sp>
      <p:sp>
        <p:nvSpPr>
          <p:cNvPr id="347" name="Google Shape;347;p41"/>
          <p:cNvSpPr txBox="1">
            <a:spLocks noGrp="1"/>
          </p:cNvSpPr>
          <p:nvPr>
            <p:ph type="subTitle" idx="2"/>
          </p:nvPr>
        </p:nvSpPr>
        <p:spPr>
          <a:xfrm>
            <a:off x="1393594" y="3158974"/>
            <a:ext cx="2400300" cy="52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WebSockets</a:t>
            </a:r>
            <a:endParaRPr>
              <a:latin typeface="Times New Roman"/>
              <a:ea typeface="Times New Roman"/>
              <a:cs typeface="Times New Roman"/>
              <a:sym typeface="Times New Roman"/>
            </a:endParaRPr>
          </a:p>
        </p:txBody>
      </p:sp>
      <p:sp>
        <p:nvSpPr>
          <p:cNvPr id="348" name="Google Shape;348;p41"/>
          <p:cNvSpPr txBox="1">
            <a:spLocks noGrp="1"/>
          </p:cNvSpPr>
          <p:nvPr>
            <p:ph type="subTitle" idx="5"/>
          </p:nvPr>
        </p:nvSpPr>
        <p:spPr>
          <a:xfrm>
            <a:off x="5297800" y="3799925"/>
            <a:ext cx="2400300" cy="79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Provides strong encryption and end-to-end security for messages.</a:t>
            </a:r>
            <a:endParaRPr>
              <a:latin typeface="Times New Roman"/>
              <a:ea typeface="Times New Roman"/>
              <a:cs typeface="Times New Roman"/>
              <a:sym typeface="Times New Roman"/>
            </a:endParaRPr>
          </a:p>
        </p:txBody>
      </p:sp>
      <p:sp>
        <p:nvSpPr>
          <p:cNvPr id="349" name="Google Shape;349;p41"/>
          <p:cNvSpPr txBox="1">
            <a:spLocks noGrp="1"/>
          </p:cNvSpPr>
          <p:nvPr>
            <p:ph type="subTitle" idx="6"/>
          </p:nvPr>
        </p:nvSpPr>
        <p:spPr>
          <a:xfrm>
            <a:off x="5224525" y="3093125"/>
            <a:ext cx="2400300" cy="792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AES-256 / Signal Protocol</a:t>
            </a:r>
            <a:endParaRPr>
              <a:latin typeface="Times New Roman"/>
              <a:ea typeface="Times New Roman"/>
              <a:cs typeface="Times New Roman"/>
              <a:sym typeface="Times New Roman"/>
            </a:endParaRPr>
          </a:p>
        </p:txBody>
      </p:sp>
      <p:sp>
        <p:nvSpPr>
          <p:cNvPr id="350" name="Google Shape;350;p41"/>
          <p:cNvSpPr txBox="1">
            <a:spLocks noGrp="1"/>
          </p:cNvSpPr>
          <p:nvPr>
            <p:ph type="subTitle" idx="7"/>
          </p:nvPr>
        </p:nvSpPr>
        <p:spPr>
          <a:xfrm>
            <a:off x="713244" y="1850002"/>
            <a:ext cx="2400300" cy="89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Fast, scalable, and component-based for a smooth user experience</a:t>
            </a:r>
            <a:endParaRPr>
              <a:latin typeface="Times New Roman"/>
              <a:ea typeface="Times New Roman"/>
              <a:cs typeface="Times New Roman"/>
              <a:sym typeface="Times New Roman"/>
            </a:endParaRPr>
          </a:p>
        </p:txBody>
      </p:sp>
      <p:sp>
        <p:nvSpPr>
          <p:cNvPr id="351" name="Google Shape;351;p41"/>
          <p:cNvSpPr txBox="1">
            <a:spLocks noGrp="1"/>
          </p:cNvSpPr>
          <p:nvPr>
            <p:ph type="subTitle" idx="8"/>
          </p:nvPr>
        </p:nvSpPr>
        <p:spPr>
          <a:xfrm>
            <a:off x="713244" y="1375200"/>
            <a:ext cx="2400300" cy="52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React.js</a:t>
            </a:r>
            <a:endParaRPr>
              <a:latin typeface="Times New Roman"/>
              <a:ea typeface="Times New Roman"/>
              <a:cs typeface="Times New Roman"/>
              <a:sym typeface="Times New Roman"/>
            </a:endParaRPr>
          </a:p>
        </p:txBody>
      </p:sp>
      <p:sp>
        <p:nvSpPr>
          <p:cNvPr id="352" name="Google Shape;352;p41"/>
          <p:cNvSpPr txBox="1">
            <a:spLocks noGrp="1"/>
          </p:cNvSpPr>
          <p:nvPr>
            <p:ph type="subTitle" idx="9"/>
          </p:nvPr>
        </p:nvSpPr>
        <p:spPr>
          <a:xfrm>
            <a:off x="3371850" y="1850002"/>
            <a:ext cx="2400300" cy="89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High-performance, event-driven, and ideal for real-time applications</a:t>
            </a:r>
            <a:endParaRPr>
              <a:latin typeface="Times New Roman"/>
              <a:ea typeface="Times New Roman"/>
              <a:cs typeface="Times New Roman"/>
              <a:sym typeface="Times New Roman"/>
            </a:endParaRPr>
          </a:p>
        </p:txBody>
      </p:sp>
      <p:sp>
        <p:nvSpPr>
          <p:cNvPr id="353" name="Google Shape;353;p41"/>
          <p:cNvSpPr txBox="1">
            <a:spLocks noGrp="1"/>
          </p:cNvSpPr>
          <p:nvPr>
            <p:ph type="subTitle" idx="13"/>
          </p:nvPr>
        </p:nvSpPr>
        <p:spPr>
          <a:xfrm>
            <a:off x="3371850" y="1375200"/>
            <a:ext cx="2400300" cy="52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Node.js</a:t>
            </a:r>
            <a:endParaRPr>
              <a:latin typeface="Times New Roman"/>
              <a:ea typeface="Times New Roman"/>
              <a:cs typeface="Times New Roman"/>
              <a:sym typeface="Times New Roman"/>
            </a:endParaRPr>
          </a:p>
        </p:txBody>
      </p:sp>
      <p:sp>
        <p:nvSpPr>
          <p:cNvPr id="354" name="Google Shape;354;p41"/>
          <p:cNvSpPr txBox="1">
            <a:spLocks noGrp="1"/>
          </p:cNvSpPr>
          <p:nvPr>
            <p:ph type="subTitle" idx="14"/>
          </p:nvPr>
        </p:nvSpPr>
        <p:spPr>
          <a:xfrm>
            <a:off x="6030456" y="1850002"/>
            <a:ext cx="2400300" cy="89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Flexible, scalable, and optimized for handling chat data.</a:t>
            </a:r>
            <a:endParaRPr>
              <a:latin typeface="Times New Roman"/>
              <a:ea typeface="Times New Roman"/>
              <a:cs typeface="Times New Roman"/>
              <a:sym typeface="Times New Roman"/>
            </a:endParaRPr>
          </a:p>
          <a:p>
            <a:pPr marL="0" lvl="0" indent="0" algn="ctr" rtl="0">
              <a:spcBef>
                <a:spcPts val="0"/>
              </a:spcBef>
              <a:spcAft>
                <a:spcPts val="0"/>
              </a:spcAft>
              <a:buNone/>
            </a:pPr>
            <a:endParaRPr>
              <a:latin typeface="Times New Roman"/>
              <a:ea typeface="Times New Roman"/>
              <a:cs typeface="Times New Roman"/>
              <a:sym typeface="Times New Roman"/>
            </a:endParaRPr>
          </a:p>
          <a:p>
            <a:pPr marL="0" lvl="0" indent="0" algn="ctr" rtl="0">
              <a:spcBef>
                <a:spcPts val="0"/>
              </a:spcBef>
              <a:spcAft>
                <a:spcPts val="0"/>
              </a:spcAft>
              <a:buNone/>
            </a:pPr>
            <a:endParaRPr>
              <a:latin typeface="Times New Roman"/>
              <a:ea typeface="Times New Roman"/>
              <a:cs typeface="Times New Roman"/>
              <a:sym typeface="Times New Roman"/>
            </a:endParaRPr>
          </a:p>
        </p:txBody>
      </p:sp>
      <p:sp>
        <p:nvSpPr>
          <p:cNvPr id="355" name="Google Shape;355;p41"/>
          <p:cNvSpPr txBox="1">
            <a:spLocks noGrp="1"/>
          </p:cNvSpPr>
          <p:nvPr>
            <p:ph type="subTitle" idx="15"/>
          </p:nvPr>
        </p:nvSpPr>
        <p:spPr>
          <a:xfrm>
            <a:off x="6030456" y="1375200"/>
            <a:ext cx="2400300" cy="52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MongoDB</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2"/>
          <p:cNvSpPr txBox="1">
            <a:spLocks noGrp="1"/>
          </p:cNvSpPr>
          <p:nvPr>
            <p:ph type="body" idx="1"/>
          </p:nvPr>
        </p:nvSpPr>
        <p:spPr>
          <a:xfrm>
            <a:off x="786475" y="1224650"/>
            <a:ext cx="8029800" cy="3282000"/>
          </a:xfrm>
          <a:prstGeom prst="rect">
            <a:avLst/>
          </a:prstGeom>
        </p:spPr>
        <p:txBody>
          <a:bodyPr spcFirstLastPara="1" wrap="square" lIns="91425" tIns="91425" rIns="91425" bIns="91425" anchor="t" anchorCtr="0">
            <a:noAutofit/>
          </a:bodyPr>
          <a:lstStyle/>
          <a:p>
            <a:pPr marL="457200" lvl="0" indent="-317500" algn="l" rtl="0">
              <a:spcBef>
                <a:spcPts val="1200"/>
              </a:spcBef>
              <a:spcAft>
                <a:spcPts val="0"/>
              </a:spcAft>
              <a:buClr>
                <a:srgbClr val="000000"/>
              </a:buClr>
              <a:buSzPts val="1400"/>
              <a:buFont typeface="Arial"/>
              <a:buAutoNum type="arabicPeriod"/>
            </a:pPr>
            <a:r>
              <a:rPr lang="en" b="1">
                <a:solidFill>
                  <a:srgbClr val="000000"/>
                </a:solidFill>
                <a:latin typeface="Times New Roman"/>
                <a:ea typeface="Times New Roman"/>
                <a:cs typeface="Times New Roman"/>
                <a:sym typeface="Times New Roman"/>
              </a:rPr>
              <a:t>Real-Time Chat</a:t>
            </a:r>
            <a:r>
              <a:rPr lang="en">
                <a:solidFill>
                  <a:srgbClr val="000000"/>
                </a:solidFill>
                <a:latin typeface="Times New Roman"/>
                <a:ea typeface="Times New Roman"/>
                <a:cs typeface="Times New Roman"/>
                <a:sym typeface="Times New Roman"/>
              </a:rPr>
              <a:t> – Group and direct messaging with threaded conversations, typing indicators, and read receipts.</a:t>
            </a:r>
            <a:endParaRPr>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Arial"/>
              <a:buAutoNum type="arabicPeriod"/>
            </a:pPr>
            <a:r>
              <a:rPr lang="en" b="1">
                <a:solidFill>
                  <a:srgbClr val="000000"/>
                </a:solidFill>
                <a:latin typeface="Times New Roman"/>
                <a:ea typeface="Times New Roman"/>
                <a:cs typeface="Times New Roman"/>
                <a:sym typeface="Times New Roman"/>
              </a:rPr>
              <a:t>Voice &amp; Video Calls</a:t>
            </a:r>
            <a:r>
              <a:rPr lang="en">
                <a:solidFill>
                  <a:srgbClr val="000000"/>
                </a:solidFill>
                <a:latin typeface="Times New Roman"/>
                <a:ea typeface="Times New Roman"/>
                <a:cs typeface="Times New Roman"/>
                <a:sym typeface="Times New Roman"/>
              </a:rPr>
              <a:t> – Secure one-on-one and group calls with end-to-end encryption and screen sharing.</a:t>
            </a:r>
            <a:endParaRPr>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Arial"/>
              <a:buAutoNum type="arabicPeriod"/>
            </a:pPr>
            <a:r>
              <a:rPr lang="en" b="1">
                <a:solidFill>
                  <a:srgbClr val="000000"/>
                </a:solidFill>
                <a:latin typeface="Times New Roman"/>
                <a:ea typeface="Times New Roman"/>
                <a:cs typeface="Times New Roman"/>
                <a:sym typeface="Times New Roman"/>
              </a:rPr>
              <a:t>Task Management</a:t>
            </a:r>
            <a:r>
              <a:rPr lang="en">
                <a:solidFill>
                  <a:srgbClr val="000000"/>
                </a:solidFill>
                <a:latin typeface="Times New Roman"/>
                <a:ea typeface="Times New Roman"/>
                <a:cs typeface="Times New Roman"/>
                <a:sym typeface="Times New Roman"/>
              </a:rPr>
              <a:t> – Task creation, assignment, progress tracking, and file uploads for better workflow management.</a:t>
            </a:r>
            <a:endParaRPr>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Arial"/>
              <a:buAutoNum type="arabicPeriod"/>
            </a:pPr>
            <a:r>
              <a:rPr lang="en" b="1">
                <a:solidFill>
                  <a:srgbClr val="000000"/>
                </a:solidFill>
                <a:latin typeface="Times New Roman"/>
                <a:ea typeface="Times New Roman"/>
                <a:cs typeface="Times New Roman"/>
                <a:sym typeface="Times New Roman"/>
              </a:rPr>
              <a:t>Role-Based Access Control</a:t>
            </a:r>
            <a:r>
              <a:rPr lang="en">
                <a:solidFill>
                  <a:srgbClr val="000000"/>
                </a:solidFill>
                <a:latin typeface="Times New Roman"/>
                <a:ea typeface="Times New Roman"/>
                <a:cs typeface="Times New Roman"/>
                <a:sym typeface="Times New Roman"/>
              </a:rPr>
              <a:t> – Custom user roles with permissions for managing tasks, messages, and files securely.</a:t>
            </a:r>
            <a:endParaRPr>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Arial"/>
              <a:buAutoNum type="arabicPeriod"/>
            </a:pPr>
            <a:r>
              <a:rPr lang="en" b="1">
                <a:solidFill>
                  <a:srgbClr val="000000"/>
                </a:solidFill>
                <a:latin typeface="Times New Roman"/>
                <a:ea typeface="Times New Roman"/>
                <a:cs typeface="Times New Roman"/>
                <a:sym typeface="Times New Roman"/>
              </a:rPr>
              <a:t>End-to-End Encryption (E2EE)</a:t>
            </a:r>
            <a:r>
              <a:rPr lang="en">
                <a:solidFill>
                  <a:srgbClr val="000000"/>
                </a:solidFill>
                <a:latin typeface="Times New Roman"/>
                <a:ea typeface="Times New Roman"/>
                <a:cs typeface="Times New Roman"/>
                <a:sym typeface="Times New Roman"/>
              </a:rPr>
              <a:t> – Secure communication using </a:t>
            </a:r>
            <a:r>
              <a:rPr lang="en" b="1">
                <a:solidFill>
                  <a:srgbClr val="000000"/>
                </a:solidFill>
                <a:latin typeface="Times New Roman"/>
                <a:ea typeface="Times New Roman"/>
                <a:cs typeface="Times New Roman"/>
                <a:sym typeface="Times New Roman"/>
              </a:rPr>
              <a:t>AES-256 and Signal Protocol</a:t>
            </a:r>
            <a:r>
              <a:rPr lang="en">
                <a:solidFill>
                  <a:srgbClr val="000000"/>
                </a:solidFill>
                <a:latin typeface="Times New Roman"/>
                <a:ea typeface="Times New Roman"/>
                <a:cs typeface="Times New Roman"/>
                <a:sym typeface="Times New Roman"/>
              </a:rPr>
              <a:t> to protect messages and calls.</a:t>
            </a:r>
            <a:endParaRPr>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Arial"/>
              <a:buAutoNum type="arabicPeriod"/>
            </a:pPr>
            <a:r>
              <a:rPr lang="en" b="1">
                <a:solidFill>
                  <a:srgbClr val="000000"/>
                </a:solidFill>
                <a:latin typeface="Times New Roman"/>
                <a:ea typeface="Times New Roman"/>
                <a:cs typeface="Times New Roman"/>
                <a:sym typeface="Times New Roman"/>
              </a:rPr>
              <a:t>File Sharing</a:t>
            </a:r>
            <a:r>
              <a:rPr lang="en">
                <a:solidFill>
                  <a:srgbClr val="000000"/>
                </a:solidFill>
                <a:latin typeface="Times New Roman"/>
                <a:ea typeface="Times New Roman"/>
                <a:cs typeface="Times New Roman"/>
                <a:sym typeface="Times New Roman"/>
              </a:rPr>
              <a:t> – Secure file uploads with </a:t>
            </a:r>
            <a:r>
              <a:rPr lang="en" b="1">
                <a:solidFill>
                  <a:srgbClr val="000000"/>
                </a:solidFill>
                <a:latin typeface="Times New Roman"/>
                <a:ea typeface="Times New Roman"/>
                <a:cs typeface="Times New Roman"/>
                <a:sym typeface="Times New Roman"/>
              </a:rPr>
              <a:t>IPFS or decentralized storage solutions</a:t>
            </a:r>
            <a:r>
              <a:rPr lang="en">
                <a:solidFill>
                  <a:srgbClr val="000000"/>
                </a:solidFill>
                <a:latin typeface="Times New Roman"/>
                <a:ea typeface="Times New Roman"/>
                <a:cs typeface="Times New Roman"/>
                <a:sym typeface="Times New Roman"/>
              </a:rPr>
              <a:t> for better privacy and accessibility.</a:t>
            </a:r>
            <a:endParaRPr>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sz="1300">
              <a:solidFill>
                <a:srgbClr val="000000"/>
              </a:solidFill>
              <a:latin typeface="Times New Roman"/>
              <a:ea typeface="Times New Roman"/>
              <a:cs typeface="Times New Roman"/>
              <a:sym typeface="Times New Roman"/>
            </a:endParaRPr>
          </a:p>
          <a:p>
            <a:pPr marL="0" lvl="0" indent="0" algn="l" rtl="0">
              <a:spcBef>
                <a:spcPts val="1200"/>
              </a:spcBef>
              <a:spcAft>
                <a:spcPts val="1600"/>
              </a:spcAft>
              <a:buNone/>
            </a:pPr>
            <a:endParaRPr sz="1300">
              <a:latin typeface="Times New Roman"/>
              <a:ea typeface="Times New Roman"/>
              <a:cs typeface="Times New Roman"/>
              <a:sym typeface="Times New Roman"/>
            </a:endParaRPr>
          </a:p>
        </p:txBody>
      </p:sp>
      <p:sp>
        <p:nvSpPr>
          <p:cNvPr id="361" name="Google Shape;361;p42"/>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a:t>Features to be Implemented</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3"/>
          <p:cNvSpPr txBox="1">
            <a:spLocks noGrp="1"/>
          </p:cNvSpPr>
          <p:nvPr>
            <p:ph type="title"/>
          </p:nvPr>
        </p:nvSpPr>
        <p:spPr>
          <a:xfrm>
            <a:off x="855800" y="561100"/>
            <a:ext cx="7553100" cy="58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200"/>
              <a:t>Why CloudSphere?</a:t>
            </a:r>
            <a:endParaRPr sz="2200"/>
          </a:p>
        </p:txBody>
      </p:sp>
      <p:sp>
        <p:nvSpPr>
          <p:cNvPr id="367" name="Google Shape;367;p43"/>
          <p:cNvSpPr txBox="1">
            <a:spLocks noGrp="1"/>
          </p:cNvSpPr>
          <p:nvPr>
            <p:ph type="subTitle" idx="1"/>
          </p:nvPr>
        </p:nvSpPr>
        <p:spPr>
          <a:xfrm>
            <a:off x="855800" y="1637100"/>
            <a:ext cx="7553100" cy="3268200"/>
          </a:xfrm>
          <a:prstGeom prst="rect">
            <a:avLst/>
          </a:prstGeom>
        </p:spPr>
        <p:txBody>
          <a:bodyPr spcFirstLastPara="1" wrap="square" lIns="91425" tIns="91425" rIns="91425" bIns="91425" anchor="ctr" anchorCtr="0">
            <a:noAutofit/>
          </a:bodyPr>
          <a:lstStyle/>
          <a:p>
            <a:pPr marL="457200" lvl="0" indent="-317500" algn="just" rtl="0">
              <a:lnSpc>
                <a:spcPct val="115000"/>
              </a:lnSpc>
              <a:spcBef>
                <a:spcPts val="1200"/>
              </a:spcBef>
              <a:spcAft>
                <a:spcPts val="0"/>
              </a:spcAft>
              <a:buClr>
                <a:srgbClr val="000000"/>
              </a:buClr>
              <a:buSzPts val="1400"/>
              <a:buFont typeface="Arial"/>
              <a:buAutoNum type="arabicPeriod"/>
            </a:pPr>
            <a:r>
              <a:rPr lang="en" sz="1400" b="1">
                <a:solidFill>
                  <a:srgbClr val="000000"/>
                </a:solidFill>
                <a:latin typeface="Times New Roman"/>
                <a:ea typeface="Times New Roman"/>
                <a:cs typeface="Times New Roman"/>
                <a:sym typeface="Times New Roman"/>
              </a:rPr>
              <a:t>Startups &amp; Tech Companies</a:t>
            </a:r>
            <a:r>
              <a:rPr lang="en" sz="1400">
                <a:solidFill>
                  <a:srgbClr val="000000"/>
                </a:solidFill>
                <a:latin typeface="Times New Roman"/>
                <a:ea typeface="Times New Roman"/>
                <a:cs typeface="Times New Roman"/>
                <a:sym typeface="Times New Roman"/>
              </a:rPr>
              <a:t> – Need a secure and scalable collaboration tool to manage communication, tasks, and file sharing efficiently without relying on multiple apps.</a:t>
            </a:r>
            <a:br>
              <a:rPr lang="en" sz="1400">
                <a:solidFill>
                  <a:srgbClr val="000000"/>
                </a:solidFill>
                <a:latin typeface="Times New Roman"/>
                <a:ea typeface="Times New Roman"/>
                <a:cs typeface="Times New Roman"/>
                <a:sym typeface="Times New Roman"/>
              </a:rPr>
            </a:br>
            <a:endParaRPr sz="1400">
              <a:solidFill>
                <a:srgbClr val="000000"/>
              </a:solidFill>
              <a:latin typeface="Times New Roman"/>
              <a:ea typeface="Times New Roman"/>
              <a:cs typeface="Times New Roman"/>
              <a:sym typeface="Times New Roman"/>
            </a:endParaRPr>
          </a:p>
          <a:p>
            <a:pPr marL="457200" lvl="0" indent="-317500" algn="just" rtl="0">
              <a:lnSpc>
                <a:spcPct val="115000"/>
              </a:lnSpc>
              <a:spcBef>
                <a:spcPts val="0"/>
              </a:spcBef>
              <a:spcAft>
                <a:spcPts val="0"/>
              </a:spcAft>
              <a:buClr>
                <a:srgbClr val="000000"/>
              </a:buClr>
              <a:buSzPts val="1400"/>
              <a:buFont typeface="Arial"/>
              <a:buAutoNum type="arabicPeriod"/>
            </a:pPr>
            <a:r>
              <a:rPr lang="en" sz="1400" b="1">
                <a:solidFill>
                  <a:srgbClr val="000000"/>
                </a:solidFill>
                <a:latin typeface="Times New Roman"/>
                <a:ea typeface="Times New Roman"/>
                <a:cs typeface="Times New Roman"/>
                <a:sym typeface="Times New Roman"/>
              </a:rPr>
              <a:t>Enterprises &amp; Remote Teams</a:t>
            </a:r>
            <a:r>
              <a:rPr lang="en" sz="1400">
                <a:solidFill>
                  <a:srgbClr val="000000"/>
                </a:solidFill>
                <a:latin typeface="Times New Roman"/>
                <a:ea typeface="Times New Roman"/>
                <a:cs typeface="Times New Roman"/>
                <a:sym typeface="Times New Roman"/>
              </a:rPr>
              <a:t> – Require structured task management, role-based access control, and real-time messaging to ensure seamless coordination across distributed teams.</a:t>
            </a:r>
            <a:br>
              <a:rPr lang="en" sz="1400">
                <a:solidFill>
                  <a:srgbClr val="000000"/>
                </a:solidFill>
                <a:latin typeface="Times New Roman"/>
                <a:ea typeface="Times New Roman"/>
                <a:cs typeface="Times New Roman"/>
                <a:sym typeface="Times New Roman"/>
              </a:rPr>
            </a:br>
            <a:endParaRPr sz="1400">
              <a:solidFill>
                <a:srgbClr val="000000"/>
              </a:solidFill>
              <a:latin typeface="Times New Roman"/>
              <a:ea typeface="Times New Roman"/>
              <a:cs typeface="Times New Roman"/>
              <a:sym typeface="Times New Roman"/>
            </a:endParaRPr>
          </a:p>
          <a:p>
            <a:pPr marL="457200" lvl="0" indent="-317500" algn="just" rtl="0">
              <a:lnSpc>
                <a:spcPct val="115000"/>
              </a:lnSpc>
              <a:spcBef>
                <a:spcPts val="0"/>
              </a:spcBef>
              <a:spcAft>
                <a:spcPts val="0"/>
              </a:spcAft>
              <a:buClr>
                <a:srgbClr val="000000"/>
              </a:buClr>
              <a:buSzPts val="1400"/>
              <a:buFont typeface="Arial"/>
              <a:buAutoNum type="arabicPeriod"/>
            </a:pPr>
            <a:r>
              <a:rPr lang="en" sz="1400" b="1">
                <a:solidFill>
                  <a:srgbClr val="000000"/>
                </a:solidFill>
                <a:latin typeface="Times New Roman"/>
                <a:ea typeface="Times New Roman"/>
                <a:cs typeface="Times New Roman"/>
                <a:sym typeface="Times New Roman"/>
              </a:rPr>
              <a:t>Privacy-Focused Users</a:t>
            </a:r>
            <a:r>
              <a:rPr lang="en" sz="1400">
                <a:solidFill>
                  <a:srgbClr val="000000"/>
                </a:solidFill>
                <a:latin typeface="Times New Roman"/>
                <a:ea typeface="Times New Roman"/>
                <a:cs typeface="Times New Roman"/>
                <a:sym typeface="Times New Roman"/>
              </a:rPr>
              <a:t> – Individuals and organizations prioritizing security need end-to-end encrypted messaging, voice/video calls, and decentralized data storage to protect sensitive information.</a:t>
            </a:r>
            <a:br>
              <a:rPr lang="en" sz="1400">
                <a:solidFill>
                  <a:srgbClr val="000000"/>
                </a:solidFill>
                <a:latin typeface="Times New Roman"/>
                <a:ea typeface="Times New Roman"/>
                <a:cs typeface="Times New Roman"/>
                <a:sym typeface="Times New Roman"/>
              </a:rPr>
            </a:br>
            <a:endParaRPr sz="1400">
              <a:solidFill>
                <a:srgbClr val="000000"/>
              </a:solidFill>
              <a:latin typeface="Times New Roman"/>
              <a:ea typeface="Times New Roman"/>
              <a:cs typeface="Times New Roman"/>
              <a:sym typeface="Times New Roman"/>
            </a:endParaRPr>
          </a:p>
          <a:p>
            <a:pPr marL="457200" lvl="0" indent="-317500" algn="just" rtl="0">
              <a:lnSpc>
                <a:spcPct val="115000"/>
              </a:lnSpc>
              <a:spcBef>
                <a:spcPts val="0"/>
              </a:spcBef>
              <a:spcAft>
                <a:spcPts val="0"/>
              </a:spcAft>
              <a:buClr>
                <a:srgbClr val="000000"/>
              </a:buClr>
              <a:buSzPts val="1400"/>
              <a:buFont typeface="Arial"/>
              <a:buAutoNum type="arabicPeriod"/>
            </a:pPr>
            <a:r>
              <a:rPr lang="en" sz="1400" b="1">
                <a:solidFill>
                  <a:srgbClr val="000000"/>
                </a:solidFill>
                <a:latin typeface="Times New Roman"/>
                <a:ea typeface="Times New Roman"/>
                <a:cs typeface="Times New Roman"/>
                <a:sym typeface="Times New Roman"/>
              </a:rPr>
              <a:t>Developers &amp; Open-Source Communities</a:t>
            </a:r>
            <a:r>
              <a:rPr lang="en" sz="1400">
                <a:solidFill>
                  <a:srgbClr val="000000"/>
                </a:solidFill>
                <a:latin typeface="Times New Roman"/>
                <a:ea typeface="Times New Roman"/>
                <a:cs typeface="Times New Roman"/>
                <a:sym typeface="Times New Roman"/>
              </a:rPr>
              <a:t> – Benefit from a decentralized architecture that ensures transparency, security, and seamless collaboration while allowing customization and open-source contributions.</a:t>
            </a:r>
            <a:br>
              <a:rPr lang="en" sz="1400">
                <a:solidFill>
                  <a:srgbClr val="000000"/>
                </a:solidFill>
                <a:latin typeface="Times New Roman"/>
                <a:ea typeface="Times New Roman"/>
                <a:cs typeface="Times New Roman"/>
                <a:sym typeface="Times New Roman"/>
              </a:rPr>
            </a:br>
            <a:endParaRPr sz="1400">
              <a:solidFill>
                <a:srgbClr val="000000"/>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endParaRPr sz="14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grpSp>
        <p:nvGrpSpPr>
          <p:cNvPr id="372" name="Google Shape;372;p44"/>
          <p:cNvGrpSpPr/>
          <p:nvPr/>
        </p:nvGrpSpPr>
        <p:grpSpPr>
          <a:xfrm>
            <a:off x="0" y="0"/>
            <a:ext cx="9144000" cy="2571600"/>
            <a:chOff x="0" y="0"/>
            <a:chExt cx="9144000" cy="2571600"/>
          </a:xfrm>
        </p:grpSpPr>
        <p:sp>
          <p:nvSpPr>
            <p:cNvPr id="373" name="Google Shape;373;p44"/>
            <p:cNvSpPr/>
            <p:nvPr/>
          </p:nvSpPr>
          <p:spPr>
            <a:xfrm>
              <a:off x="0" y="411675"/>
              <a:ext cx="9144000" cy="87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a:latin typeface="Times New Roman"/>
                  <a:ea typeface="Times New Roman"/>
                  <a:cs typeface="Times New Roman"/>
                  <a:sym typeface="Times New Roman"/>
                </a:rPr>
                <a:t>FUTURE SCOPE</a:t>
              </a:r>
              <a:endParaRPr sz="2800">
                <a:latin typeface="Times New Roman"/>
                <a:ea typeface="Times New Roman"/>
                <a:cs typeface="Times New Roman"/>
                <a:sym typeface="Times New Roman"/>
              </a:endParaRPr>
            </a:p>
          </p:txBody>
        </p:sp>
        <p:cxnSp>
          <p:nvCxnSpPr>
            <p:cNvPr id="374" name="Google Shape;374;p44"/>
            <p:cNvCxnSpPr/>
            <p:nvPr/>
          </p:nvCxnSpPr>
          <p:spPr>
            <a:xfrm>
              <a:off x="283800" y="0"/>
              <a:ext cx="0" cy="2571600"/>
            </a:xfrm>
            <a:prstGeom prst="straightConnector1">
              <a:avLst/>
            </a:prstGeom>
            <a:noFill/>
            <a:ln w="9525" cap="flat" cmpd="sng">
              <a:solidFill>
                <a:schemeClr val="dk1"/>
              </a:solidFill>
              <a:prstDash val="solid"/>
              <a:round/>
              <a:headEnd type="none" w="med" len="med"/>
              <a:tailEnd type="none" w="med" len="med"/>
            </a:ln>
          </p:spPr>
        </p:cxnSp>
      </p:grpSp>
      <p:sp>
        <p:nvSpPr>
          <p:cNvPr id="375" name="Google Shape;375;p44"/>
          <p:cNvSpPr txBox="1">
            <a:spLocks noGrp="1"/>
          </p:cNvSpPr>
          <p:nvPr>
            <p:ph type="subTitle" idx="1"/>
          </p:nvPr>
        </p:nvSpPr>
        <p:spPr>
          <a:xfrm>
            <a:off x="371400" y="1857375"/>
            <a:ext cx="8401200" cy="24765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1500">
                <a:solidFill>
                  <a:srgbClr val="000000"/>
                </a:solidFill>
                <a:latin typeface="Times New Roman"/>
                <a:ea typeface="Times New Roman"/>
                <a:cs typeface="Times New Roman"/>
                <a:sym typeface="Times New Roman"/>
              </a:rPr>
              <a:t>CloudSphere aims to evolve into a fully decentralized and AI-powered collaboration platform. Future developments will include </a:t>
            </a:r>
            <a:r>
              <a:rPr lang="en" sz="1500" b="1">
                <a:solidFill>
                  <a:srgbClr val="000000"/>
                </a:solidFill>
                <a:latin typeface="Times New Roman"/>
                <a:ea typeface="Times New Roman"/>
                <a:cs typeface="Times New Roman"/>
                <a:sym typeface="Times New Roman"/>
              </a:rPr>
              <a:t>AI-driven automation</a:t>
            </a:r>
            <a:r>
              <a:rPr lang="en" sz="1500">
                <a:solidFill>
                  <a:srgbClr val="000000"/>
                </a:solidFill>
                <a:latin typeface="Times New Roman"/>
                <a:ea typeface="Times New Roman"/>
                <a:cs typeface="Times New Roman"/>
                <a:sym typeface="Times New Roman"/>
              </a:rPr>
              <a:t> for task management, smart chatbots for real-time assistance, and predictive analytics for team productivity. Expanding integrations with tools like </a:t>
            </a:r>
            <a:r>
              <a:rPr lang="en" sz="1500" b="1">
                <a:solidFill>
                  <a:srgbClr val="000000"/>
                </a:solidFill>
                <a:latin typeface="Times New Roman"/>
                <a:ea typeface="Times New Roman"/>
                <a:cs typeface="Times New Roman"/>
                <a:sym typeface="Times New Roman"/>
              </a:rPr>
              <a:t>GitHub, Jira, and Google Drive</a:t>
            </a:r>
            <a:r>
              <a:rPr lang="en" sz="1500">
                <a:solidFill>
                  <a:srgbClr val="000000"/>
                </a:solidFill>
                <a:latin typeface="Times New Roman"/>
                <a:ea typeface="Times New Roman"/>
                <a:cs typeface="Times New Roman"/>
                <a:sym typeface="Times New Roman"/>
              </a:rPr>
              <a:t> will enhance workflow efficiency. Additionally, </a:t>
            </a:r>
            <a:r>
              <a:rPr lang="en" sz="1500" b="1">
                <a:solidFill>
                  <a:srgbClr val="000000"/>
                </a:solidFill>
                <a:latin typeface="Times New Roman"/>
                <a:ea typeface="Times New Roman"/>
                <a:cs typeface="Times New Roman"/>
                <a:sym typeface="Times New Roman"/>
              </a:rPr>
              <a:t>decentralized hosting</a:t>
            </a:r>
            <a:r>
              <a:rPr lang="en" sz="1500">
                <a:solidFill>
                  <a:srgbClr val="000000"/>
                </a:solidFill>
                <a:latin typeface="Times New Roman"/>
                <a:ea typeface="Times New Roman"/>
                <a:cs typeface="Times New Roman"/>
                <a:sym typeface="Times New Roman"/>
              </a:rPr>
              <a:t> will eliminate reliance on central servers, ensuring greater security, privacy, and censorship resistance. As blockchain technology advances, CloudSphere will further strengthen </a:t>
            </a:r>
            <a:r>
              <a:rPr lang="en" sz="1500" b="1">
                <a:solidFill>
                  <a:srgbClr val="000000"/>
                </a:solidFill>
                <a:latin typeface="Times New Roman"/>
                <a:ea typeface="Times New Roman"/>
                <a:cs typeface="Times New Roman"/>
                <a:sym typeface="Times New Roman"/>
              </a:rPr>
              <a:t>identity management, encrypted communications, and smart contract-based automation</a:t>
            </a:r>
            <a:r>
              <a:rPr lang="en" sz="1500">
                <a:solidFill>
                  <a:srgbClr val="000000"/>
                </a:solidFill>
                <a:latin typeface="Times New Roman"/>
                <a:ea typeface="Times New Roman"/>
                <a:cs typeface="Times New Roman"/>
                <a:sym typeface="Times New Roman"/>
              </a:rPr>
              <a:t>, making it the go-to platform for secure and scalable team collaboration.</a:t>
            </a:r>
            <a:endParaRPr sz="15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grpSp>
        <p:nvGrpSpPr>
          <p:cNvPr id="380" name="Google Shape;380;p45"/>
          <p:cNvGrpSpPr/>
          <p:nvPr/>
        </p:nvGrpSpPr>
        <p:grpSpPr>
          <a:xfrm>
            <a:off x="6670200" y="0"/>
            <a:ext cx="2473800" cy="4131000"/>
            <a:chOff x="6670200" y="0"/>
            <a:chExt cx="2473800" cy="4131000"/>
          </a:xfrm>
        </p:grpSpPr>
        <p:sp>
          <p:nvSpPr>
            <p:cNvPr id="381" name="Google Shape;381;p45"/>
            <p:cNvSpPr/>
            <p:nvPr/>
          </p:nvSpPr>
          <p:spPr>
            <a:xfrm flipH="1">
              <a:off x="6670200" y="1012500"/>
              <a:ext cx="2473800" cy="870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2" name="Google Shape;382;p45"/>
            <p:cNvCxnSpPr/>
            <p:nvPr/>
          </p:nvCxnSpPr>
          <p:spPr>
            <a:xfrm rot="10800000">
              <a:off x="8432750" y="0"/>
              <a:ext cx="0" cy="4131000"/>
            </a:xfrm>
            <a:prstGeom prst="straightConnector1">
              <a:avLst/>
            </a:prstGeom>
            <a:noFill/>
            <a:ln w="9525" cap="flat" cmpd="sng">
              <a:solidFill>
                <a:schemeClr val="dk1"/>
              </a:solidFill>
              <a:prstDash val="solid"/>
              <a:round/>
              <a:headEnd type="none" w="med" len="med"/>
              <a:tailEnd type="none" w="med" len="med"/>
            </a:ln>
          </p:spPr>
        </p:cxnSp>
      </p:grpSp>
      <p:sp>
        <p:nvSpPr>
          <p:cNvPr id="383" name="Google Shape;383;p45"/>
          <p:cNvSpPr txBox="1">
            <a:spLocks noGrp="1"/>
          </p:cNvSpPr>
          <p:nvPr>
            <p:ph type="title"/>
          </p:nvPr>
        </p:nvSpPr>
        <p:spPr>
          <a:xfrm flipH="1">
            <a:off x="1485825" y="1771650"/>
            <a:ext cx="6146100" cy="174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THANK YOU</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750</Words>
  <Application>Microsoft Office PowerPoint</Application>
  <PresentationFormat>On-screen Show (16:9)</PresentationFormat>
  <Paragraphs>60</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Times New Roman</vt:lpstr>
      <vt:lpstr>Arial</vt:lpstr>
      <vt:lpstr>Golos Text SemiBold</vt:lpstr>
      <vt:lpstr>Golos Text</vt:lpstr>
      <vt:lpstr>Chivo</vt:lpstr>
      <vt:lpstr>Commissioner</vt:lpstr>
      <vt:lpstr>Red Hat Display</vt:lpstr>
      <vt:lpstr>Formulating a Research Problem for University Students by Slidesgo</vt:lpstr>
      <vt:lpstr>CloudSphere The Future of Secure Team Collaboration</vt:lpstr>
      <vt:lpstr>What is a CloudSphere?</vt:lpstr>
      <vt:lpstr>PowerPoint Presentation</vt:lpstr>
      <vt:lpstr>PowerPoint Presentation</vt:lpstr>
      <vt:lpstr>CORE FEATURES</vt:lpstr>
      <vt:lpstr>TECH STACK</vt:lpstr>
      <vt:lpstr>Why these Tech Stack</vt:lpstr>
      <vt:lpstr>Features to be Implemented</vt:lpstr>
      <vt:lpstr>Why CloudSphere?</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KSHITIJ KUMAR</dc:creator>
  <cp:lastModifiedBy>KSHITIJ KUMAR</cp:lastModifiedBy>
  <cp:revision>1</cp:revision>
  <dcterms:modified xsi:type="dcterms:W3CDTF">2025-05-06T05:56:14Z</dcterms:modified>
</cp:coreProperties>
</file>